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FCF862"/>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74" autoAdjust="0"/>
    <p:restoredTop sz="94660"/>
  </p:normalViewPr>
  <p:slideViewPr>
    <p:cSldViewPr snapToGrid="0">
      <p:cViewPr>
        <p:scale>
          <a:sx n="73" d="100"/>
          <a:sy n="73" d="100"/>
        </p:scale>
        <p:origin x="-376" y="2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tableStyles" Target="tableStyle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69" name=""/>
        <p:cNvGrpSpPr/>
        <p:nvPr/>
      </p:nvGrpSpPr>
      <p:grpSpPr>
        <a:xfrm>
          <a:off x="0" y="0"/>
          <a:ext cx="0" cy="0"/>
          <a:chOff x="0" y="0"/>
          <a:chExt cx="0" cy="0"/>
        </a:xfrm>
      </p:grpSpPr>
      <p:sp>
        <p:nvSpPr>
          <p:cNvPr id="1048709"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IN"/>
          </a:p>
        </p:txBody>
      </p:sp>
      <p:sp>
        <p:nvSpPr>
          <p:cNvPr id="1048710"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D3E9EF4F-FE51-40C3-AA38-5A020824D919}" type="datetimeFigureOut">
              <a:rPr lang="en-IN" smtClean="0"/>
              <a:t>11-01-2024</a:t>
            </a:fld>
            <a:endParaRPr lang="en-IN"/>
          </a:p>
        </p:txBody>
      </p:sp>
      <p:sp>
        <p:nvSpPr>
          <p:cNvPr id="1048711"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IN"/>
          </a:p>
        </p:txBody>
      </p:sp>
      <p:sp>
        <p:nvSpPr>
          <p:cNvPr id="1048712"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1048713"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IN"/>
          </a:p>
        </p:txBody>
      </p:sp>
      <p:sp>
        <p:nvSpPr>
          <p:cNvPr id="1048714"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9247DABE-5724-4A08-9D7D-CF435126FEC7}"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4"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dirty="0" lang="en-US"/>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smtClean="0"/>
              <a:t>Click to edit Master subtitle style</a:t>
            </a:r>
            <a:endParaRPr dirty="0" lang="en-US"/>
          </a:p>
        </p:txBody>
      </p:sp>
      <p:sp>
        <p:nvSpPr>
          <p:cNvPr id="1048583" name="Date Placeholder 3"/>
          <p:cNvSpPr>
            <a:spLocks noGrp="1"/>
          </p:cNvSpPr>
          <p:nvPr>
            <p:ph type="dt" sz="half" idx="10"/>
          </p:nvPr>
        </p:nvSpPr>
        <p:spPr/>
        <p:txBody>
          <a:bodyPr/>
          <a:p>
            <a:fld id="{E4EDDB07-6158-4063-B23F-ECB0113313DC}" type="datetime1">
              <a:rPr lang="en-IN" smtClean="0"/>
              <a:t>11-01-2024</a:t>
            </a:fld>
            <a:endParaRPr lang="en-IN"/>
          </a:p>
        </p:txBody>
      </p:sp>
      <p:sp>
        <p:nvSpPr>
          <p:cNvPr id="1048584" name="Footer Placeholder 4"/>
          <p:cNvSpPr>
            <a:spLocks noGrp="1"/>
          </p:cNvSpPr>
          <p:nvPr>
            <p:ph type="ftr" sz="quarter" idx="11"/>
          </p:nvPr>
        </p:nvSpPr>
        <p:spPr/>
        <p:txBody>
          <a:bodyPr/>
          <a:p>
            <a:endParaRPr lang="en-IN"/>
          </a:p>
        </p:txBody>
      </p:sp>
      <p:sp>
        <p:nvSpPr>
          <p:cNvPr id="1048585" name="Slide Number Placeholder 5"/>
          <p:cNvSpPr>
            <a:spLocks noGrp="1"/>
          </p:cNvSpPr>
          <p:nvPr>
            <p:ph type="sldNum" sz="quarter" idx="12"/>
          </p:nvPr>
        </p:nvSpPr>
        <p:spPr/>
        <p:txBody>
          <a:bodyPr/>
          <a:p>
            <a:fld id="{157A204F-D74D-4F05-A4FE-D7F1F4F4B8C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8" name=""/>
        <p:cNvGrpSpPr/>
        <p:nvPr/>
      </p:nvGrpSpPr>
      <p:grpSpPr>
        <a:xfrm>
          <a:off x="0" y="0"/>
          <a:ext cx="0" cy="0"/>
          <a:chOff x="0" y="0"/>
          <a:chExt cx="0" cy="0"/>
        </a:xfrm>
      </p:grpSpPr>
      <p:sp>
        <p:nvSpPr>
          <p:cNvPr id="1048589" name="Title 1"/>
          <p:cNvSpPr>
            <a:spLocks noGrp="1"/>
          </p:cNvSpPr>
          <p:nvPr>
            <p:ph type="title"/>
          </p:nvPr>
        </p:nvSpPr>
        <p:spPr/>
        <p:txBody>
          <a:bodyPr/>
          <a:p>
            <a:r>
              <a:rPr lang="en-US" smtClean="0"/>
              <a:t>Click to edit Master title style</a:t>
            </a:r>
            <a:endParaRPr dirty="0" lang="en-US"/>
          </a:p>
        </p:txBody>
      </p:sp>
      <p:sp>
        <p:nvSpPr>
          <p:cNvPr id="1048590" name="Content Placeholder 2"/>
          <p:cNvSpPr>
            <a:spLocks noGrp="1"/>
          </p:cNvSpPr>
          <p:nvPr>
            <p:ph idx="1"/>
          </p:nvPr>
        </p:nvSpPr>
        <p:spPr/>
        <p:txBody>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591" name="Date Placeholder 3"/>
          <p:cNvSpPr>
            <a:spLocks noGrp="1"/>
          </p:cNvSpPr>
          <p:nvPr>
            <p:ph type="dt" sz="half" idx="10"/>
          </p:nvPr>
        </p:nvSpPr>
        <p:spPr/>
        <p:txBody>
          <a:bodyPr/>
          <a:p>
            <a:fld id="{8595771D-5BB3-4CC8-B27A-A12AA4DF5343}" type="datetime1">
              <a:rPr lang="en-IN" smtClean="0"/>
              <a:t>11-01-2024</a:t>
            </a:fld>
            <a:endParaRPr lang="en-IN"/>
          </a:p>
        </p:txBody>
      </p:sp>
      <p:sp>
        <p:nvSpPr>
          <p:cNvPr id="1048592" name="Footer Placeholder 4"/>
          <p:cNvSpPr>
            <a:spLocks noGrp="1"/>
          </p:cNvSpPr>
          <p:nvPr>
            <p:ph type="ftr" sz="quarter" idx="11"/>
          </p:nvPr>
        </p:nvSpPr>
        <p:spPr/>
        <p:txBody>
          <a:bodyPr/>
          <a:p>
            <a:endParaRPr lang="en-IN"/>
          </a:p>
        </p:txBody>
      </p:sp>
      <p:sp>
        <p:nvSpPr>
          <p:cNvPr id="1048593" name="Slide Number Placeholder 5"/>
          <p:cNvSpPr>
            <a:spLocks noGrp="1"/>
          </p:cNvSpPr>
          <p:nvPr>
            <p:ph type="sldNum" sz="quarter" idx="12"/>
          </p:nvPr>
        </p:nvSpPr>
        <p:spPr/>
        <p:txBody>
          <a:bodyPr/>
          <a:p>
            <a:fld id="{157A204F-D74D-4F05-A4FE-D7F1F4F4B8C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65" name=""/>
        <p:cNvGrpSpPr/>
        <p:nvPr/>
      </p:nvGrpSpPr>
      <p:grpSpPr>
        <a:xfrm>
          <a:off x="0" y="0"/>
          <a:ext cx="0" cy="0"/>
          <a:chOff x="0" y="0"/>
          <a:chExt cx="0" cy="0"/>
        </a:xfrm>
      </p:grpSpPr>
      <p:sp>
        <p:nvSpPr>
          <p:cNvPr id="1048684"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dirty="0" lang="en-US"/>
          </a:p>
        </p:txBody>
      </p:sp>
      <p:sp>
        <p:nvSpPr>
          <p:cNvPr id="1048685"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smtClean="0"/>
              <a:t>Edit Master text styles</a:t>
            </a:r>
          </a:p>
        </p:txBody>
      </p:sp>
      <p:sp>
        <p:nvSpPr>
          <p:cNvPr id="1048686" name="Date Placeholder 3"/>
          <p:cNvSpPr>
            <a:spLocks noGrp="1"/>
          </p:cNvSpPr>
          <p:nvPr>
            <p:ph type="dt" sz="half" idx="10"/>
          </p:nvPr>
        </p:nvSpPr>
        <p:spPr/>
        <p:txBody>
          <a:bodyPr/>
          <a:p>
            <a:fld id="{FA603488-F37C-4C27-84F6-359A3CA0F637}" type="datetime1">
              <a:rPr lang="en-IN" smtClean="0"/>
              <a:t>11-01-2024</a:t>
            </a:fld>
            <a:endParaRPr lang="en-IN"/>
          </a:p>
        </p:txBody>
      </p:sp>
      <p:sp>
        <p:nvSpPr>
          <p:cNvPr id="1048687" name="Footer Placeholder 4"/>
          <p:cNvSpPr>
            <a:spLocks noGrp="1"/>
          </p:cNvSpPr>
          <p:nvPr>
            <p:ph type="ftr" sz="quarter" idx="11"/>
          </p:nvPr>
        </p:nvSpPr>
        <p:spPr/>
        <p:txBody>
          <a:bodyPr/>
          <a:p>
            <a:endParaRPr lang="en-IN"/>
          </a:p>
        </p:txBody>
      </p:sp>
      <p:sp>
        <p:nvSpPr>
          <p:cNvPr id="1048688" name="Slide Number Placeholder 5"/>
          <p:cNvSpPr>
            <a:spLocks noGrp="1"/>
          </p:cNvSpPr>
          <p:nvPr>
            <p:ph type="sldNum" sz="quarter" idx="12"/>
          </p:nvPr>
        </p:nvSpPr>
        <p:spPr/>
        <p:txBody>
          <a:bodyPr/>
          <a:p>
            <a:fld id="{157A204F-D74D-4F05-A4FE-D7F1F4F4B8C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66" name=""/>
        <p:cNvGrpSpPr/>
        <p:nvPr/>
      </p:nvGrpSpPr>
      <p:grpSpPr>
        <a:xfrm>
          <a:off x="0" y="0"/>
          <a:ext cx="0" cy="0"/>
          <a:chOff x="0" y="0"/>
          <a:chExt cx="0" cy="0"/>
        </a:xfrm>
      </p:grpSpPr>
      <p:sp>
        <p:nvSpPr>
          <p:cNvPr id="1048689" name="Title 1"/>
          <p:cNvSpPr>
            <a:spLocks noGrp="1"/>
          </p:cNvSpPr>
          <p:nvPr>
            <p:ph type="title"/>
          </p:nvPr>
        </p:nvSpPr>
        <p:spPr/>
        <p:txBody>
          <a:bodyPr/>
          <a:p>
            <a:r>
              <a:rPr lang="en-US" smtClean="0"/>
              <a:t>Click to edit Master title style</a:t>
            </a:r>
            <a:endParaRPr dirty="0" lang="en-US"/>
          </a:p>
        </p:txBody>
      </p:sp>
      <p:sp>
        <p:nvSpPr>
          <p:cNvPr id="1048690" name="Content Placeholder 2"/>
          <p:cNvSpPr>
            <a:spLocks noGrp="1"/>
          </p:cNvSpPr>
          <p:nvPr>
            <p:ph sz="half" idx="1"/>
          </p:nvPr>
        </p:nvSpPr>
        <p:spPr>
          <a:xfrm>
            <a:off x="838200" y="1825625"/>
            <a:ext cx="5181600" cy="4351338"/>
          </a:xfrm>
        </p:spPr>
        <p:txBody>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91" name="Content Placeholder 3"/>
          <p:cNvSpPr>
            <a:spLocks noGrp="1"/>
          </p:cNvSpPr>
          <p:nvPr>
            <p:ph sz="half" idx="2"/>
          </p:nvPr>
        </p:nvSpPr>
        <p:spPr>
          <a:xfrm>
            <a:off x="6172200" y="1825625"/>
            <a:ext cx="5181600" cy="4351338"/>
          </a:xfrm>
        </p:spPr>
        <p:txBody>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92" name="Date Placeholder 4"/>
          <p:cNvSpPr>
            <a:spLocks noGrp="1"/>
          </p:cNvSpPr>
          <p:nvPr>
            <p:ph type="dt" sz="half" idx="10"/>
          </p:nvPr>
        </p:nvSpPr>
        <p:spPr/>
        <p:txBody>
          <a:bodyPr/>
          <a:p>
            <a:fld id="{3806458C-69B9-4DDE-95E6-C2B9FC9EEFF6}" type="datetime1">
              <a:rPr lang="en-IN" smtClean="0"/>
              <a:t>11-01-2024</a:t>
            </a:fld>
            <a:endParaRPr lang="en-IN"/>
          </a:p>
        </p:txBody>
      </p:sp>
      <p:sp>
        <p:nvSpPr>
          <p:cNvPr id="1048693" name="Footer Placeholder 5"/>
          <p:cNvSpPr>
            <a:spLocks noGrp="1"/>
          </p:cNvSpPr>
          <p:nvPr>
            <p:ph type="ftr" sz="quarter" idx="11"/>
          </p:nvPr>
        </p:nvSpPr>
        <p:spPr/>
        <p:txBody>
          <a:bodyPr/>
          <a:p>
            <a:endParaRPr lang="en-IN"/>
          </a:p>
        </p:txBody>
      </p:sp>
      <p:sp>
        <p:nvSpPr>
          <p:cNvPr id="1048694" name="Slide Number Placeholder 6"/>
          <p:cNvSpPr>
            <a:spLocks noGrp="1"/>
          </p:cNvSpPr>
          <p:nvPr>
            <p:ph type="sldNum" sz="quarter" idx="12"/>
          </p:nvPr>
        </p:nvSpPr>
        <p:spPr/>
        <p:txBody>
          <a:bodyPr/>
          <a:p>
            <a:fld id="{157A204F-D74D-4F05-A4FE-D7F1F4F4B8C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67" name=""/>
        <p:cNvGrpSpPr/>
        <p:nvPr/>
      </p:nvGrpSpPr>
      <p:grpSpPr>
        <a:xfrm>
          <a:off x="0" y="0"/>
          <a:ext cx="0" cy="0"/>
          <a:chOff x="0" y="0"/>
          <a:chExt cx="0" cy="0"/>
        </a:xfrm>
      </p:grpSpPr>
      <p:sp>
        <p:nvSpPr>
          <p:cNvPr id="1048695" name="Title 1"/>
          <p:cNvSpPr>
            <a:spLocks noGrp="1"/>
          </p:cNvSpPr>
          <p:nvPr>
            <p:ph type="title"/>
          </p:nvPr>
        </p:nvSpPr>
        <p:spPr>
          <a:xfrm>
            <a:off x="839788" y="365125"/>
            <a:ext cx="10515600" cy="1325563"/>
          </a:xfrm>
        </p:spPr>
        <p:txBody>
          <a:bodyPr/>
          <a:p>
            <a:r>
              <a:rPr lang="en-US" smtClean="0"/>
              <a:t>Click to edit Master title style</a:t>
            </a:r>
            <a:endParaRPr dirty="0" lang="en-US"/>
          </a:p>
        </p:txBody>
      </p:sp>
      <p:sp>
        <p:nvSpPr>
          <p:cNvPr id="1048696"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Edit Master text styles</a:t>
            </a:r>
          </a:p>
        </p:txBody>
      </p:sp>
      <p:sp>
        <p:nvSpPr>
          <p:cNvPr id="1048697" name="Content Placeholder 3"/>
          <p:cNvSpPr>
            <a:spLocks noGrp="1"/>
          </p:cNvSpPr>
          <p:nvPr>
            <p:ph sz="half" idx="2"/>
          </p:nvPr>
        </p:nvSpPr>
        <p:spPr>
          <a:xfrm>
            <a:off x="839788" y="2505075"/>
            <a:ext cx="5157787" cy="3684588"/>
          </a:xfrm>
        </p:spPr>
        <p:txBody>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98"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Edit Master text styles</a:t>
            </a:r>
          </a:p>
        </p:txBody>
      </p:sp>
      <p:sp>
        <p:nvSpPr>
          <p:cNvPr id="1048699" name="Content Placeholder 5"/>
          <p:cNvSpPr>
            <a:spLocks noGrp="1"/>
          </p:cNvSpPr>
          <p:nvPr>
            <p:ph sz="quarter" idx="4"/>
          </p:nvPr>
        </p:nvSpPr>
        <p:spPr>
          <a:xfrm>
            <a:off x="6172200" y="2505075"/>
            <a:ext cx="5183188" cy="3684588"/>
          </a:xfrm>
        </p:spPr>
        <p:txBody>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00" name="Date Placeholder 6"/>
          <p:cNvSpPr>
            <a:spLocks noGrp="1"/>
          </p:cNvSpPr>
          <p:nvPr>
            <p:ph type="dt" sz="half" idx="10"/>
          </p:nvPr>
        </p:nvSpPr>
        <p:spPr/>
        <p:txBody>
          <a:bodyPr/>
          <a:p>
            <a:fld id="{FDA0E8BB-341D-4A8D-BDF3-1EDA6AF89E87}" type="datetime1">
              <a:rPr lang="en-IN" smtClean="0"/>
              <a:t>11-01-2024</a:t>
            </a:fld>
            <a:endParaRPr lang="en-IN"/>
          </a:p>
        </p:txBody>
      </p:sp>
      <p:sp>
        <p:nvSpPr>
          <p:cNvPr id="1048701" name="Footer Placeholder 7"/>
          <p:cNvSpPr>
            <a:spLocks noGrp="1"/>
          </p:cNvSpPr>
          <p:nvPr>
            <p:ph type="ftr" sz="quarter" idx="11"/>
          </p:nvPr>
        </p:nvSpPr>
        <p:spPr/>
        <p:txBody>
          <a:bodyPr/>
          <a:p>
            <a:endParaRPr lang="en-IN"/>
          </a:p>
        </p:txBody>
      </p:sp>
      <p:sp>
        <p:nvSpPr>
          <p:cNvPr id="1048702" name="Slide Number Placeholder 8"/>
          <p:cNvSpPr>
            <a:spLocks noGrp="1"/>
          </p:cNvSpPr>
          <p:nvPr>
            <p:ph type="sldNum" sz="quarter" idx="12"/>
          </p:nvPr>
        </p:nvSpPr>
        <p:spPr/>
        <p:txBody>
          <a:bodyPr/>
          <a:p>
            <a:fld id="{157A204F-D74D-4F05-A4FE-D7F1F4F4B8C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61" name=""/>
        <p:cNvGrpSpPr/>
        <p:nvPr/>
      </p:nvGrpSpPr>
      <p:grpSpPr>
        <a:xfrm>
          <a:off x="0" y="0"/>
          <a:ext cx="0" cy="0"/>
          <a:chOff x="0" y="0"/>
          <a:chExt cx="0" cy="0"/>
        </a:xfrm>
      </p:grpSpPr>
      <p:sp>
        <p:nvSpPr>
          <p:cNvPr id="1048664" name="Title 1"/>
          <p:cNvSpPr>
            <a:spLocks noGrp="1"/>
          </p:cNvSpPr>
          <p:nvPr>
            <p:ph type="title"/>
          </p:nvPr>
        </p:nvSpPr>
        <p:spPr/>
        <p:txBody>
          <a:bodyPr/>
          <a:p>
            <a:r>
              <a:rPr lang="en-US" smtClean="0"/>
              <a:t>Click to edit Master title style</a:t>
            </a:r>
            <a:endParaRPr dirty="0" lang="en-US"/>
          </a:p>
        </p:txBody>
      </p:sp>
      <p:sp>
        <p:nvSpPr>
          <p:cNvPr id="1048665" name="Date Placeholder 2"/>
          <p:cNvSpPr>
            <a:spLocks noGrp="1"/>
          </p:cNvSpPr>
          <p:nvPr>
            <p:ph type="dt" sz="half" idx="10"/>
          </p:nvPr>
        </p:nvSpPr>
        <p:spPr/>
        <p:txBody>
          <a:bodyPr/>
          <a:p>
            <a:fld id="{62416656-023D-4655-8189-6FCAA784E9B7}" type="datetime1">
              <a:rPr lang="en-IN" smtClean="0"/>
              <a:t>11-01-2024</a:t>
            </a:fld>
            <a:endParaRPr lang="en-IN"/>
          </a:p>
        </p:txBody>
      </p:sp>
      <p:sp>
        <p:nvSpPr>
          <p:cNvPr id="1048666" name="Footer Placeholder 3"/>
          <p:cNvSpPr>
            <a:spLocks noGrp="1"/>
          </p:cNvSpPr>
          <p:nvPr>
            <p:ph type="ftr" sz="quarter" idx="11"/>
          </p:nvPr>
        </p:nvSpPr>
        <p:spPr/>
        <p:txBody>
          <a:bodyPr/>
          <a:p>
            <a:endParaRPr lang="en-IN"/>
          </a:p>
        </p:txBody>
      </p:sp>
      <p:sp>
        <p:nvSpPr>
          <p:cNvPr id="1048667" name="Slide Number Placeholder 4"/>
          <p:cNvSpPr>
            <a:spLocks noGrp="1"/>
          </p:cNvSpPr>
          <p:nvPr>
            <p:ph type="sldNum" sz="quarter" idx="12"/>
          </p:nvPr>
        </p:nvSpPr>
        <p:spPr/>
        <p:txBody>
          <a:bodyPr/>
          <a:p>
            <a:fld id="{157A204F-D74D-4F05-A4FE-D7F1F4F4B8C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9" name=""/>
        <p:cNvGrpSpPr/>
        <p:nvPr/>
      </p:nvGrpSpPr>
      <p:grpSpPr>
        <a:xfrm>
          <a:off x="0" y="0"/>
          <a:ext cx="0" cy="0"/>
          <a:chOff x="0" y="0"/>
          <a:chExt cx="0" cy="0"/>
        </a:xfrm>
      </p:grpSpPr>
      <p:sp>
        <p:nvSpPr>
          <p:cNvPr id="1048659" name="Date Placeholder 1"/>
          <p:cNvSpPr>
            <a:spLocks noGrp="1"/>
          </p:cNvSpPr>
          <p:nvPr>
            <p:ph type="dt" sz="half" idx="10"/>
          </p:nvPr>
        </p:nvSpPr>
        <p:spPr/>
        <p:txBody>
          <a:bodyPr/>
          <a:p>
            <a:fld id="{90B0BC55-0845-494F-8746-78130ECDC018}" type="datetime1">
              <a:rPr lang="en-IN" smtClean="0"/>
              <a:t>11-01-2024</a:t>
            </a:fld>
            <a:endParaRPr lang="en-IN"/>
          </a:p>
        </p:txBody>
      </p:sp>
      <p:sp>
        <p:nvSpPr>
          <p:cNvPr id="1048660" name="Footer Placeholder 2"/>
          <p:cNvSpPr>
            <a:spLocks noGrp="1"/>
          </p:cNvSpPr>
          <p:nvPr>
            <p:ph type="ftr" sz="quarter" idx="11"/>
          </p:nvPr>
        </p:nvSpPr>
        <p:spPr/>
        <p:txBody>
          <a:bodyPr/>
          <a:p>
            <a:endParaRPr lang="en-IN"/>
          </a:p>
        </p:txBody>
      </p:sp>
      <p:sp>
        <p:nvSpPr>
          <p:cNvPr id="1048661" name="Slide Number Placeholder 3"/>
          <p:cNvSpPr>
            <a:spLocks noGrp="1"/>
          </p:cNvSpPr>
          <p:nvPr>
            <p:ph type="sldNum" sz="quarter" idx="12"/>
          </p:nvPr>
        </p:nvSpPr>
        <p:spPr/>
        <p:txBody>
          <a:bodyPr/>
          <a:p>
            <a:fld id="{157A204F-D74D-4F05-A4FE-D7F1F4F4B8C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68" name=""/>
        <p:cNvGrpSpPr/>
        <p:nvPr/>
      </p:nvGrpSpPr>
      <p:grpSpPr>
        <a:xfrm>
          <a:off x="0" y="0"/>
          <a:ext cx="0" cy="0"/>
          <a:chOff x="0" y="0"/>
          <a:chExt cx="0" cy="0"/>
        </a:xfrm>
      </p:grpSpPr>
      <p:sp>
        <p:nvSpPr>
          <p:cNvPr id="1048703"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dirty="0" lang="en-US"/>
          </a:p>
        </p:txBody>
      </p:sp>
      <p:sp>
        <p:nvSpPr>
          <p:cNvPr id="1048704"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705"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Edit Master text styles</a:t>
            </a:r>
          </a:p>
        </p:txBody>
      </p:sp>
      <p:sp>
        <p:nvSpPr>
          <p:cNvPr id="1048706" name="Date Placeholder 4"/>
          <p:cNvSpPr>
            <a:spLocks noGrp="1"/>
          </p:cNvSpPr>
          <p:nvPr>
            <p:ph type="dt" sz="half" idx="10"/>
          </p:nvPr>
        </p:nvSpPr>
        <p:spPr/>
        <p:txBody>
          <a:bodyPr/>
          <a:p>
            <a:fld id="{139D1910-1BA1-428B-8D3E-095B968EA933}" type="datetime1">
              <a:rPr lang="en-IN" smtClean="0"/>
              <a:t>11-01-2024</a:t>
            </a:fld>
            <a:endParaRPr lang="en-IN"/>
          </a:p>
        </p:txBody>
      </p:sp>
      <p:sp>
        <p:nvSpPr>
          <p:cNvPr id="1048707" name="Footer Placeholder 5"/>
          <p:cNvSpPr>
            <a:spLocks noGrp="1"/>
          </p:cNvSpPr>
          <p:nvPr>
            <p:ph type="ftr" sz="quarter" idx="11"/>
          </p:nvPr>
        </p:nvSpPr>
        <p:spPr/>
        <p:txBody>
          <a:bodyPr/>
          <a:p>
            <a:endParaRPr lang="en-IN"/>
          </a:p>
        </p:txBody>
      </p:sp>
      <p:sp>
        <p:nvSpPr>
          <p:cNvPr id="1048708" name="Slide Number Placeholder 6"/>
          <p:cNvSpPr>
            <a:spLocks noGrp="1"/>
          </p:cNvSpPr>
          <p:nvPr>
            <p:ph type="sldNum" sz="quarter" idx="12"/>
          </p:nvPr>
        </p:nvSpPr>
        <p:spPr/>
        <p:txBody>
          <a:bodyPr/>
          <a:p>
            <a:fld id="{157A204F-D74D-4F05-A4FE-D7F1F4F4B8C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63" name=""/>
        <p:cNvGrpSpPr/>
        <p:nvPr/>
      </p:nvGrpSpPr>
      <p:grpSpPr>
        <a:xfrm>
          <a:off x="0" y="0"/>
          <a:ext cx="0" cy="0"/>
          <a:chOff x="0" y="0"/>
          <a:chExt cx="0" cy="0"/>
        </a:xfrm>
      </p:grpSpPr>
      <p:sp>
        <p:nvSpPr>
          <p:cNvPr id="1048673"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dirty="0" lang="en-US"/>
          </a:p>
        </p:txBody>
      </p:sp>
      <p:sp>
        <p:nvSpPr>
          <p:cNvPr id="1048674" name="Picture Placeholder 2"/>
          <p:cNvSpPr>
            <a:spLocks noChangeAspect="1" noGrp="1"/>
          </p:cNvSpPr>
          <p:nvPr>
            <p:ph type="pic" idx="1"/>
          </p:nvPr>
        </p:nvSpPr>
        <p:spPr>
          <a:xfrm>
            <a:off x="5183188" y="987425"/>
            <a:ext cx="6172200" cy="4873625"/>
          </a:xfrm>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smtClean="0"/>
              <a:t>Click icon to add picture</a:t>
            </a:r>
            <a:endParaRPr dirty="0" lang="en-US"/>
          </a:p>
        </p:txBody>
      </p:sp>
      <p:sp>
        <p:nvSpPr>
          <p:cNvPr id="1048675"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Edit Master text styles</a:t>
            </a:r>
          </a:p>
        </p:txBody>
      </p:sp>
      <p:sp>
        <p:nvSpPr>
          <p:cNvPr id="1048676" name="Date Placeholder 4"/>
          <p:cNvSpPr>
            <a:spLocks noGrp="1"/>
          </p:cNvSpPr>
          <p:nvPr>
            <p:ph type="dt" sz="half" idx="10"/>
          </p:nvPr>
        </p:nvSpPr>
        <p:spPr/>
        <p:txBody>
          <a:bodyPr/>
          <a:p>
            <a:fld id="{83391E88-C8E1-4E06-8BA0-60FFD92D087F}" type="datetime1">
              <a:rPr lang="en-IN" smtClean="0"/>
              <a:t>11-01-2024</a:t>
            </a:fld>
            <a:endParaRPr lang="en-IN"/>
          </a:p>
        </p:txBody>
      </p:sp>
      <p:sp>
        <p:nvSpPr>
          <p:cNvPr id="1048677" name="Footer Placeholder 5"/>
          <p:cNvSpPr>
            <a:spLocks noGrp="1"/>
          </p:cNvSpPr>
          <p:nvPr>
            <p:ph type="ftr" sz="quarter" idx="11"/>
          </p:nvPr>
        </p:nvSpPr>
        <p:spPr/>
        <p:txBody>
          <a:bodyPr/>
          <a:p>
            <a:endParaRPr lang="en-IN"/>
          </a:p>
        </p:txBody>
      </p:sp>
      <p:sp>
        <p:nvSpPr>
          <p:cNvPr id="1048678" name="Slide Number Placeholder 6"/>
          <p:cNvSpPr>
            <a:spLocks noGrp="1"/>
          </p:cNvSpPr>
          <p:nvPr>
            <p:ph type="sldNum" sz="quarter" idx="12"/>
          </p:nvPr>
        </p:nvSpPr>
        <p:spPr/>
        <p:txBody>
          <a:bodyPr/>
          <a:p>
            <a:fld id="{157A204F-D74D-4F05-A4FE-D7F1F4F4B8C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4" name=""/>
        <p:cNvGrpSpPr/>
        <p:nvPr/>
      </p:nvGrpSpPr>
      <p:grpSpPr>
        <a:xfrm>
          <a:off x="0" y="0"/>
          <a:ext cx="0" cy="0"/>
          <a:chOff x="0" y="0"/>
          <a:chExt cx="0" cy="0"/>
        </a:xfrm>
      </p:grpSpPr>
      <p:sp>
        <p:nvSpPr>
          <p:cNvPr id="1048679" name="Title 1"/>
          <p:cNvSpPr>
            <a:spLocks noGrp="1"/>
          </p:cNvSpPr>
          <p:nvPr>
            <p:ph type="title"/>
          </p:nvPr>
        </p:nvSpPr>
        <p:spPr/>
        <p:txBody>
          <a:bodyPr/>
          <a:p>
            <a:r>
              <a:rPr lang="en-US" smtClean="0"/>
              <a:t>Click to edit Master title style</a:t>
            </a:r>
            <a:endParaRPr dirty="0" lang="en-US"/>
          </a:p>
        </p:txBody>
      </p:sp>
      <p:sp>
        <p:nvSpPr>
          <p:cNvPr id="1048680" name="Vertical Text Placeholder 2"/>
          <p:cNvSpPr>
            <a:spLocks noGrp="1"/>
          </p:cNvSpPr>
          <p:nvPr>
            <p:ph type="body" orient="vert" idx="1"/>
          </p:nvPr>
        </p:nvSpPr>
        <p:spPr/>
        <p:txBody>
          <a:bodyPr vert="eaVert"/>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81" name="Date Placeholder 3"/>
          <p:cNvSpPr>
            <a:spLocks noGrp="1"/>
          </p:cNvSpPr>
          <p:nvPr>
            <p:ph type="dt" sz="half" idx="10"/>
          </p:nvPr>
        </p:nvSpPr>
        <p:spPr/>
        <p:txBody>
          <a:bodyPr/>
          <a:p>
            <a:fld id="{E2775349-1A8D-49E9-8B16-BE413AC0106E}" type="datetime1">
              <a:rPr lang="en-IN" smtClean="0"/>
              <a:t>11-01-2024</a:t>
            </a:fld>
            <a:endParaRPr lang="en-IN"/>
          </a:p>
        </p:txBody>
      </p:sp>
      <p:sp>
        <p:nvSpPr>
          <p:cNvPr id="1048682" name="Footer Placeholder 4"/>
          <p:cNvSpPr>
            <a:spLocks noGrp="1"/>
          </p:cNvSpPr>
          <p:nvPr>
            <p:ph type="ftr" sz="quarter" idx="11"/>
          </p:nvPr>
        </p:nvSpPr>
        <p:spPr/>
        <p:txBody>
          <a:bodyPr/>
          <a:p>
            <a:endParaRPr lang="en-IN"/>
          </a:p>
        </p:txBody>
      </p:sp>
      <p:sp>
        <p:nvSpPr>
          <p:cNvPr id="1048683" name="Slide Number Placeholder 5"/>
          <p:cNvSpPr>
            <a:spLocks noGrp="1"/>
          </p:cNvSpPr>
          <p:nvPr>
            <p:ph type="sldNum" sz="quarter" idx="12"/>
          </p:nvPr>
        </p:nvSpPr>
        <p:spPr/>
        <p:txBody>
          <a:bodyPr/>
          <a:p>
            <a:fld id="{157A204F-D74D-4F05-A4FE-D7F1F4F4B8C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62" name=""/>
        <p:cNvGrpSpPr/>
        <p:nvPr/>
      </p:nvGrpSpPr>
      <p:grpSpPr>
        <a:xfrm>
          <a:off x="0" y="0"/>
          <a:ext cx="0" cy="0"/>
          <a:chOff x="0" y="0"/>
          <a:chExt cx="0" cy="0"/>
        </a:xfrm>
      </p:grpSpPr>
      <p:sp>
        <p:nvSpPr>
          <p:cNvPr id="1048668" name="Vertical Title 1"/>
          <p:cNvSpPr>
            <a:spLocks noGrp="1"/>
          </p:cNvSpPr>
          <p:nvPr>
            <p:ph type="title" orient="vert"/>
          </p:nvPr>
        </p:nvSpPr>
        <p:spPr>
          <a:xfrm>
            <a:off x="8724900" y="365125"/>
            <a:ext cx="2628900" cy="5811838"/>
          </a:xfrm>
        </p:spPr>
        <p:txBody>
          <a:bodyPr vert="eaVert"/>
          <a:p>
            <a:r>
              <a:rPr lang="en-US" smtClean="0"/>
              <a:t>Click to edit Master title style</a:t>
            </a:r>
            <a:endParaRPr dirty="0" lang="en-US"/>
          </a:p>
        </p:txBody>
      </p:sp>
      <p:sp>
        <p:nvSpPr>
          <p:cNvPr id="1048669" name="Vertical Text Placeholder 2"/>
          <p:cNvSpPr>
            <a:spLocks noGrp="1"/>
          </p:cNvSpPr>
          <p:nvPr>
            <p:ph type="body" orient="vert" idx="1"/>
          </p:nvPr>
        </p:nvSpPr>
        <p:spPr>
          <a:xfrm>
            <a:off x="838200" y="365125"/>
            <a:ext cx="7734300" cy="5811838"/>
          </a:xfrm>
        </p:spPr>
        <p:txBody>
          <a:bodyPr vert="eaVert"/>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70" name="Date Placeholder 3"/>
          <p:cNvSpPr>
            <a:spLocks noGrp="1"/>
          </p:cNvSpPr>
          <p:nvPr>
            <p:ph type="dt" sz="half" idx="10"/>
          </p:nvPr>
        </p:nvSpPr>
        <p:spPr/>
        <p:txBody>
          <a:bodyPr/>
          <a:p>
            <a:fld id="{F5DF236F-C91F-425D-868D-AA9CF5724261}" type="datetime1">
              <a:rPr lang="en-IN" smtClean="0"/>
              <a:t>11-01-2024</a:t>
            </a:fld>
            <a:endParaRPr lang="en-IN"/>
          </a:p>
        </p:txBody>
      </p:sp>
      <p:sp>
        <p:nvSpPr>
          <p:cNvPr id="1048671" name="Footer Placeholder 4"/>
          <p:cNvSpPr>
            <a:spLocks noGrp="1"/>
          </p:cNvSpPr>
          <p:nvPr>
            <p:ph type="ftr" sz="quarter" idx="11"/>
          </p:nvPr>
        </p:nvSpPr>
        <p:spPr/>
        <p:txBody>
          <a:bodyPr/>
          <a:p>
            <a:endParaRPr lang="en-IN"/>
          </a:p>
        </p:txBody>
      </p:sp>
      <p:sp>
        <p:nvSpPr>
          <p:cNvPr id="1048672" name="Slide Number Placeholder 5"/>
          <p:cNvSpPr>
            <a:spLocks noGrp="1"/>
          </p:cNvSpPr>
          <p:nvPr>
            <p:ph type="sldNum" sz="quarter" idx="12"/>
          </p:nvPr>
        </p:nvSpPr>
        <p:spPr/>
        <p:txBody>
          <a:bodyPr/>
          <a:p>
            <a:fld id="{157A204F-D74D-4F05-A4FE-D7F1F4F4B8C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smtClean="0"/>
              <a:t>Click to edit Master title style</a:t>
            </a:r>
            <a:endParaRPr dirty="0" lang="en-US"/>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7926B5B6-1545-4B27-B0E7-3A05DC907396}" type="datetime1">
              <a:rPr lang="en-IN" smtClean="0"/>
              <a:t>11-01-2024</a:t>
            </a:fld>
            <a:endParaRPr lang="en-IN"/>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157A204F-D74D-4F05-A4FE-D7F1F4F4B8CD}" type="slidenum">
              <a:rPr lang="en-IN" smtClean="0"/>
              <a:t>‹#›</a:t>
            </a:fld>
            <a:endParaRPr lang="en-IN"/>
          </a:p>
        </p:txBody>
      </p:sp>
    </p:spTree>
  </p:cSld>
  <p:clrMap accent1="accent1" accent2="accent2" accent3="accent3" accent4="accent4" accent5="accent5" accent6="accent6" bg1="dk1" bg2="dk2" tx1="lt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hyperlink" Target="https://colab.research.google.com/drive/1zIVkjy8TKoKHWBUNdfvcKsZ0Q6Iwpavm?usp=sharing" TargetMode="External"/><Relationship Id="rId2" Type="http://schemas.openxmlformats.org/officeDocument/2006/relationships/hyperlink" Target="../Downloads/winequality.csv" TargetMode="External"/><Relationship Id="rId3"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25" name=""/>
        <p:cNvGrpSpPr/>
        <p:nvPr/>
      </p:nvGrpSpPr>
      <p:grpSpPr>
        <a:xfrm>
          <a:off x="0" y="0"/>
          <a:ext cx="0" cy="0"/>
          <a:chOff x="0" y="0"/>
          <a:chExt cx="0" cy="0"/>
        </a:xfrm>
      </p:grpSpPr>
      <p:pic>
        <p:nvPicPr>
          <p:cNvPr id="2097152" name="Picture 4" descr="https://images.ctfassets.net/8x8155mjsjdj/1af9dvSFEPGCzaKvs8XQ5O/a7d4adc8f9573183394ef2853afeb0b6/Copy_of_Red_Wine_Blog_Post_Header.png"/>
          <p:cNvPicPr>
            <a:picLocks noChangeAspect="1" noChangeArrowheads="1"/>
          </p:cNvPicPr>
          <p:nvPr/>
        </p:nvPicPr>
        <p:blipFill>
          <a:blip xmlns:r="http://schemas.openxmlformats.org/officeDocument/2006/relationships" r:embed="rId1"/>
          <a:srcRect/>
          <a:stretch>
            <a:fillRect/>
          </a:stretch>
        </p:blipFill>
        <p:spPr bwMode="auto">
          <a:xfrm>
            <a:off x="0" y="0"/>
            <a:ext cx="12192000" cy="6858000"/>
          </a:xfrm>
          <a:prstGeom prst="rect"/>
          <a:noFill/>
          <a:effectLst>
            <a:outerShdw algn="ctr" blurRad="50800" dir="5400000" dist="50800" rotWithShape="0">
              <a:srgbClr val="000000"/>
            </a:outerShdw>
          </a:effectLst>
          <a:scene3d>
            <a:camera prst="orthographicFront"/>
            <a:lightRig dir="t" rig="threePt"/>
          </a:scene3d>
          <a:sp3d>
            <a:bevelT prst="relaxedInset"/>
          </a:sp3d>
        </p:spPr>
      </p:pic>
      <p:sp>
        <p:nvSpPr>
          <p:cNvPr id="1048586" name="TextBox 3"/>
          <p:cNvSpPr txBox="1"/>
          <p:nvPr/>
        </p:nvSpPr>
        <p:spPr>
          <a:xfrm>
            <a:off x="0" y="4015582"/>
            <a:ext cx="7162800" cy="954107"/>
          </a:xfrm>
          <a:prstGeom prst="rect"/>
          <a:noFill/>
        </p:spPr>
        <p:txBody>
          <a:bodyPr rtlCol="0" wrap="square">
            <a:spAutoFit/>
          </a:bodyPr>
          <a:p>
            <a:r>
              <a:rPr b="1" dirty="0" sz="2800" lang="en-IN" smtClean="0">
                <a:solidFill>
                  <a:srgbClr val="FCF862"/>
                </a:solidFill>
                <a:latin typeface="Times New Roman" panose="02020603050405020304" pitchFamily="18" charset="0"/>
                <a:cs typeface="Times New Roman" panose="02020603050405020304" pitchFamily="18" charset="0"/>
              </a:rPr>
              <a:t>ANALYSIS OF WINE QUALITY  </a:t>
            </a:r>
          </a:p>
          <a:p>
            <a:r>
              <a:rPr b="1" dirty="0" sz="2800" lang="en-IN" smtClean="0">
                <a:solidFill>
                  <a:srgbClr val="FCF862"/>
                </a:solidFill>
                <a:latin typeface="Times New Roman" panose="02020603050405020304" pitchFamily="18" charset="0"/>
                <a:cs typeface="Times New Roman" panose="02020603050405020304" pitchFamily="18" charset="0"/>
              </a:rPr>
              <a:t>DATASET USING MACHINE LEARNING</a:t>
            </a:r>
            <a:endParaRPr b="1" dirty="0" sz="1600" lang="en-IN">
              <a:solidFill>
                <a:srgbClr val="FCF862"/>
              </a:solidFill>
              <a:latin typeface="Times New Roman" panose="02020603050405020304" pitchFamily="18" charset="0"/>
              <a:cs typeface="Times New Roman" panose="02020603050405020304" pitchFamily="18" charset="0"/>
            </a:endParaRPr>
          </a:p>
        </p:txBody>
      </p:sp>
      <p:sp>
        <p:nvSpPr>
          <p:cNvPr id="1048587" name="TextBox 5"/>
          <p:cNvSpPr txBox="1"/>
          <p:nvPr/>
        </p:nvSpPr>
        <p:spPr>
          <a:xfrm>
            <a:off x="345440" y="5181600"/>
            <a:ext cx="3799840" cy="1158240"/>
          </a:xfrm>
          <a:prstGeom prst="rect"/>
          <a:noFill/>
        </p:spPr>
        <p:txBody>
          <a:bodyPr rtlCol="0" wrap="square">
            <a:spAutoFit/>
          </a:bodyPr>
          <a:p>
            <a:r>
              <a:rPr dirty="0" lang="en-IN" smtClean="0"/>
              <a:t>TEAM-6</a:t>
            </a:r>
          </a:p>
          <a:p>
            <a:r>
              <a:rPr dirty="0" lang="en-IN" smtClean="0"/>
              <a:t>E. SONY</a:t>
            </a:r>
          </a:p>
          <a:p>
            <a:r>
              <a:rPr dirty="0" lang="en-IN" smtClean="0"/>
              <a:t>A. HIMA VAMSHIKA</a:t>
            </a:r>
          </a:p>
          <a:p>
            <a:r>
              <a:rPr dirty="0" lang="en-IN" smtClean="0"/>
              <a:t>M. VARSHA SRI</a:t>
            </a:r>
            <a:endParaRPr dirty="0" lang="en-IN"/>
          </a:p>
        </p:txBody>
      </p:sp>
      <p:sp>
        <p:nvSpPr>
          <p:cNvPr id="1048588" name="Slide Number Placeholder 1"/>
          <p:cNvSpPr>
            <a:spLocks noGrp="1"/>
          </p:cNvSpPr>
          <p:nvPr>
            <p:ph type="sldNum" sz="quarter" idx="12"/>
          </p:nvPr>
        </p:nvSpPr>
        <p:spPr>
          <a:xfrm>
            <a:off x="9179560" y="6392089"/>
            <a:ext cx="2743200" cy="365125"/>
          </a:xfrm>
        </p:spPr>
        <p:txBody>
          <a:bodyPr/>
          <a:p>
            <a:fld id="{157A204F-D74D-4F05-A4FE-D7F1F4F4B8CD}" type="slidenum">
              <a:rPr sz="2400" lang="en-IN" smtClean="0">
                <a:latin typeface="Times New Roman" panose="02020603050405020304" pitchFamily="18" charset="0"/>
                <a:cs typeface="Times New Roman" panose="02020603050405020304" pitchFamily="18" charset="0"/>
              </a:rPr>
              <a:t>1</a:t>
            </a:fld>
            <a:endParaRPr dirty="0" sz="2800" lang="en-IN">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594" name="Title 1"/>
          <p:cNvSpPr>
            <a:spLocks noGrp="1"/>
          </p:cNvSpPr>
          <p:nvPr>
            <p:ph type="title"/>
          </p:nvPr>
        </p:nvSpPr>
        <p:spPr>
          <a:xfrm>
            <a:off x="944880" y="2834005"/>
            <a:ext cx="3850640" cy="1325563"/>
          </a:xfrm>
        </p:spPr>
        <p:txBody>
          <a:bodyPr>
            <a:noAutofit/>
          </a:bodyPr>
          <a:p>
            <a:r>
              <a:rPr b="1" dirty="0" sz="5400" lang="en-IN" smtClean="0">
                <a:solidFill>
                  <a:srgbClr val="FCF862"/>
                </a:solidFill>
                <a:latin typeface="Times New Roman" panose="02020603050405020304" pitchFamily="18" charset="0"/>
                <a:cs typeface="Times New Roman" panose="02020603050405020304" pitchFamily="18" charset="0"/>
              </a:rPr>
              <a:t>CONTENT</a:t>
            </a:r>
            <a:endParaRPr b="1" dirty="0" sz="5400" lang="en-IN">
              <a:solidFill>
                <a:srgbClr val="FCF862"/>
              </a:solidFill>
              <a:latin typeface="Times New Roman" panose="02020603050405020304" pitchFamily="18" charset="0"/>
              <a:cs typeface="Times New Roman" panose="02020603050405020304" pitchFamily="18" charset="0"/>
            </a:endParaRPr>
          </a:p>
        </p:txBody>
      </p:sp>
      <p:sp>
        <p:nvSpPr>
          <p:cNvPr id="1048595" name="Content Placeholder 2"/>
          <p:cNvSpPr>
            <a:spLocks noGrp="1"/>
          </p:cNvSpPr>
          <p:nvPr>
            <p:ph idx="1"/>
          </p:nvPr>
        </p:nvSpPr>
        <p:spPr>
          <a:xfrm>
            <a:off x="6451600" y="1825625"/>
            <a:ext cx="4902200" cy="4158615"/>
          </a:xfrm>
        </p:spPr>
        <p:txBody>
          <a:bodyPr>
            <a:normAutofit/>
          </a:bodyPr>
          <a:p>
            <a:pPr indent="0" marL="0">
              <a:buNone/>
            </a:pPr>
            <a:r>
              <a:rPr dirty="0" lang="en-IN" smtClean="0">
                <a:latin typeface="Times New Roman" panose="02020603050405020304" pitchFamily="18" charset="0"/>
                <a:cs typeface="Times New Roman" panose="02020603050405020304" pitchFamily="18" charset="0"/>
              </a:rPr>
              <a:t>Introduction&amp; Objective</a:t>
            </a:r>
          </a:p>
          <a:p>
            <a:pPr indent="0" marL="0">
              <a:buNone/>
            </a:pPr>
            <a:r>
              <a:rPr dirty="0" lang="en-IN" smtClean="0">
                <a:latin typeface="Times New Roman" panose="02020603050405020304" pitchFamily="18" charset="0"/>
                <a:cs typeface="Times New Roman" panose="02020603050405020304" pitchFamily="18" charset="0"/>
              </a:rPr>
              <a:t>Data Set</a:t>
            </a:r>
          </a:p>
          <a:p>
            <a:pPr indent="0" marL="0">
              <a:buNone/>
            </a:pPr>
            <a:r>
              <a:rPr dirty="0" lang="en-IN" smtClean="0">
                <a:latin typeface="Times New Roman" panose="02020603050405020304" pitchFamily="18" charset="0"/>
                <a:cs typeface="Times New Roman" panose="02020603050405020304" pitchFamily="18" charset="0"/>
              </a:rPr>
              <a:t>Data Cleaning</a:t>
            </a:r>
          </a:p>
          <a:p>
            <a:pPr indent="0" marL="0">
              <a:buNone/>
            </a:pPr>
            <a:r>
              <a:rPr dirty="0" lang="en-IN" smtClean="0">
                <a:latin typeface="Times New Roman" panose="02020603050405020304" pitchFamily="18" charset="0"/>
                <a:cs typeface="Times New Roman" panose="02020603050405020304" pitchFamily="18" charset="0"/>
              </a:rPr>
              <a:t>EDA</a:t>
            </a:r>
          </a:p>
          <a:p>
            <a:pPr indent="0" marL="0">
              <a:buNone/>
            </a:pPr>
            <a:r>
              <a:rPr dirty="0" lang="en-IN" smtClean="0">
                <a:latin typeface="Times New Roman" panose="02020603050405020304" pitchFamily="18" charset="0"/>
                <a:cs typeface="Times New Roman" panose="02020603050405020304" pitchFamily="18" charset="0"/>
              </a:rPr>
              <a:t>ML Algorithms</a:t>
            </a:r>
          </a:p>
          <a:p>
            <a:pPr indent="0" marL="0">
              <a:buNone/>
            </a:pPr>
            <a:r>
              <a:rPr dirty="0" lang="en-IN" smtClean="0">
                <a:latin typeface="Times New Roman" panose="02020603050405020304" pitchFamily="18" charset="0"/>
                <a:cs typeface="Times New Roman" panose="02020603050405020304" pitchFamily="18" charset="0"/>
              </a:rPr>
              <a:t>Conclusion</a:t>
            </a:r>
          </a:p>
          <a:p>
            <a:pPr indent="0" marL="0">
              <a:buNone/>
            </a:pPr>
            <a:r>
              <a:rPr dirty="0" lang="en-IN" smtClean="0">
                <a:latin typeface="Times New Roman" panose="02020603050405020304" pitchFamily="18" charset="0"/>
                <a:cs typeface="Times New Roman" panose="02020603050405020304" pitchFamily="18" charset="0"/>
              </a:rPr>
              <a:t>Insights</a:t>
            </a:r>
          </a:p>
          <a:p>
            <a:pPr indent="0" marL="0">
              <a:buNone/>
            </a:pPr>
            <a:r>
              <a:rPr dirty="0" lang="en-IN" smtClean="0">
                <a:latin typeface="Times New Roman" panose="02020603050405020304" pitchFamily="18" charset="0"/>
                <a:cs typeface="Times New Roman" panose="02020603050405020304" pitchFamily="18" charset="0"/>
              </a:rPr>
              <a:t>Appendix</a:t>
            </a:r>
            <a:endParaRPr dirty="0" lang="en-IN">
              <a:latin typeface="Times New Roman" panose="02020603050405020304" pitchFamily="18" charset="0"/>
              <a:cs typeface="Times New Roman" panose="02020603050405020304" pitchFamily="18" charset="0"/>
            </a:endParaRPr>
          </a:p>
        </p:txBody>
      </p:sp>
      <p:sp>
        <p:nvSpPr>
          <p:cNvPr id="1048596" name="Slide Number Placeholder 3"/>
          <p:cNvSpPr>
            <a:spLocks noGrp="1"/>
          </p:cNvSpPr>
          <p:nvPr>
            <p:ph type="sldNum" sz="quarter" idx="12"/>
          </p:nvPr>
        </p:nvSpPr>
        <p:spPr>
          <a:xfrm>
            <a:off x="8624180" y="6356350"/>
            <a:ext cx="2716040" cy="365125"/>
          </a:xfrm>
        </p:spPr>
        <p:txBody>
          <a:bodyPr/>
          <a:p>
            <a:fld id="{157A204F-D74D-4F05-A4FE-D7F1F4F4B8CD}" type="slidenum">
              <a:rPr sz="2400" lang="en-IN" smtClean="0">
                <a:latin typeface="Times New Roman" panose="02020603050405020304" pitchFamily="18" charset="0"/>
                <a:cs typeface="Times New Roman" panose="02020603050405020304" pitchFamily="18" charset="0"/>
              </a:rPr>
              <a:t>2</a:t>
            </a:fld>
            <a:endParaRPr dirty="0" lang="en-IN">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597" name="Content Placeholder 2"/>
          <p:cNvSpPr>
            <a:spLocks noGrp="1"/>
          </p:cNvSpPr>
          <p:nvPr>
            <p:ph idx="1"/>
          </p:nvPr>
        </p:nvSpPr>
        <p:spPr>
          <a:xfrm>
            <a:off x="838200" y="193040"/>
            <a:ext cx="10515600" cy="5983923"/>
          </a:xfrm>
        </p:spPr>
        <p:txBody>
          <a:bodyPr/>
          <a:p>
            <a:endParaRPr dirty="0" sz="2000" lang="en-IN" smtClean="0">
              <a:latin typeface="Times New Roman" panose="02020603050405020304" pitchFamily="18" charset="0"/>
              <a:cs typeface="Times New Roman" panose="02020603050405020304" pitchFamily="18" charset="0"/>
            </a:endParaRPr>
          </a:p>
          <a:p>
            <a:pPr indent="0" marL="0">
              <a:buNone/>
            </a:pPr>
            <a:r>
              <a:rPr b="1" dirty="0" sz="3200" lang="en-IN" smtClean="0">
                <a:solidFill>
                  <a:srgbClr val="FCF862"/>
                </a:solidFill>
                <a:latin typeface="Times New Roman" panose="02020603050405020304" pitchFamily="18" charset="0"/>
                <a:cs typeface="Times New Roman" panose="02020603050405020304" pitchFamily="18" charset="0"/>
              </a:rPr>
              <a:t>INTRODUCTION</a:t>
            </a:r>
            <a:endParaRPr dirty="0" sz="2000" lang="en-IN" smtClean="0">
              <a:latin typeface="Times New Roman" panose="02020603050405020304" pitchFamily="18" charset="0"/>
              <a:cs typeface="Times New Roman" panose="02020603050405020304" pitchFamily="18" charset="0"/>
            </a:endParaRPr>
          </a:p>
          <a:p>
            <a:pPr algn="just"/>
            <a:r>
              <a:rPr dirty="0" sz="2000" lang="en-IN" smtClean="0">
                <a:latin typeface="Times New Roman" panose="02020603050405020304" pitchFamily="18" charset="0"/>
                <a:cs typeface="Times New Roman" panose="02020603050405020304" pitchFamily="18" charset="0"/>
              </a:rPr>
              <a:t>Wine is a beverage made of fermented grape and other fruit juices with lower amount of alcohol content.</a:t>
            </a:r>
          </a:p>
          <a:p>
            <a:pPr algn="just"/>
            <a:r>
              <a:rPr dirty="0" sz="2000" lang="en-IN" smtClean="0">
                <a:latin typeface="Times New Roman" panose="02020603050405020304" pitchFamily="18" charset="0"/>
                <a:cs typeface="Times New Roman" panose="02020603050405020304" pitchFamily="18" charset="0"/>
              </a:rPr>
              <a:t>Quality of wine is graded based on the taste of wine and vintage. This process is time taking, costly and not efficient.</a:t>
            </a:r>
            <a:r>
              <a:rPr dirty="0" lang="en-IN" smtClean="0">
                <a:latin typeface="Times New Roman" panose="02020603050405020304" pitchFamily="18" charset="0"/>
                <a:cs typeface="Times New Roman" panose="02020603050405020304" pitchFamily="18" charset="0"/>
              </a:rPr>
              <a:t> </a:t>
            </a:r>
          </a:p>
          <a:p>
            <a:pPr indent="0" marL="0">
              <a:buNone/>
            </a:pPr>
            <a:endParaRPr b="1" dirty="0" sz="3200" lang="en-IN">
              <a:solidFill>
                <a:srgbClr val="FCF862"/>
              </a:solidFill>
              <a:latin typeface="Times New Roman" panose="02020603050405020304" pitchFamily="18" charset="0"/>
              <a:cs typeface="Times New Roman" panose="02020603050405020304" pitchFamily="18" charset="0"/>
            </a:endParaRPr>
          </a:p>
          <a:p>
            <a:pPr indent="0" marL="0">
              <a:buNone/>
            </a:pPr>
            <a:r>
              <a:rPr b="1" dirty="0" sz="3200" lang="en-IN" smtClean="0">
                <a:solidFill>
                  <a:srgbClr val="FCF862"/>
                </a:solidFill>
                <a:latin typeface="Times New Roman" panose="02020603050405020304" pitchFamily="18" charset="0"/>
                <a:cs typeface="Times New Roman" panose="02020603050405020304" pitchFamily="18" charset="0"/>
              </a:rPr>
              <a:t>OBJECTIVE</a:t>
            </a:r>
          </a:p>
          <a:p>
            <a:pPr algn="just"/>
            <a:r>
              <a:rPr dirty="0" sz="2000" lang="en-IN" smtClean="0">
                <a:latin typeface="Times New Roman" panose="02020603050405020304" pitchFamily="18" charset="0"/>
                <a:cs typeface="Times New Roman" panose="02020603050405020304" pitchFamily="18" charset="0"/>
              </a:rPr>
              <a:t>Our main objective is to predict the wine quality using machine learning through python.</a:t>
            </a:r>
          </a:p>
          <a:p>
            <a:pPr algn="just"/>
            <a:r>
              <a:rPr dirty="0" sz="2000" lang="en-IN" smtClean="0">
                <a:latin typeface="Times New Roman" panose="02020603050405020304" pitchFamily="18" charset="0"/>
                <a:cs typeface="Times New Roman" panose="02020603050405020304" pitchFamily="18" charset="0"/>
              </a:rPr>
              <a:t>A large dataset is considered and wine quality is modelled to analyse the quality of wine through different parameters like fixed acidity, volatile acidity etc. </a:t>
            </a:r>
          </a:p>
          <a:p>
            <a:pPr algn="just"/>
            <a:r>
              <a:rPr dirty="0" sz="2000" lang="en-IN" smtClean="0">
                <a:latin typeface="Times New Roman" panose="02020603050405020304" pitchFamily="18" charset="0"/>
                <a:cs typeface="Times New Roman" panose="02020603050405020304" pitchFamily="18" charset="0"/>
              </a:rPr>
              <a:t>All these parameters will be analysed through ML classification&amp; regression algorithms.</a:t>
            </a:r>
            <a:endParaRPr dirty="0" sz="2000" lang="en-IN">
              <a:latin typeface="Times New Roman" panose="02020603050405020304" pitchFamily="18" charset="0"/>
              <a:cs typeface="Times New Roman" panose="02020603050405020304" pitchFamily="18" charset="0"/>
            </a:endParaRPr>
          </a:p>
        </p:txBody>
      </p:sp>
      <p:sp>
        <p:nvSpPr>
          <p:cNvPr id="1048598" name="Slide Number Placeholder 1"/>
          <p:cNvSpPr>
            <a:spLocks noGrp="1"/>
          </p:cNvSpPr>
          <p:nvPr>
            <p:ph type="sldNum" sz="quarter" idx="12"/>
          </p:nvPr>
        </p:nvSpPr>
        <p:spPr/>
        <p:txBody>
          <a:bodyPr/>
          <a:p>
            <a:fld id="{157A204F-D74D-4F05-A4FE-D7F1F4F4B8CD}" type="slidenum">
              <a:rPr lang="en-IN" smtClean="0"/>
              <a:t>3</a:t>
            </a:fld>
            <a:endParaRPr lang="en-IN"/>
          </a:p>
        </p:txBody>
      </p:sp>
    </p:spTree>
  </p:cSld>
  <p:clrMapOvr>
    <a:masterClrMapping/>
  </p:clrMapOvr>
  <p:transition spd="slow">
    <p:push dir="u"/>
  </p:transition>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599" name="Content Placeholder 2"/>
          <p:cNvSpPr>
            <a:spLocks noGrp="1"/>
          </p:cNvSpPr>
          <p:nvPr>
            <p:ph idx="1"/>
          </p:nvPr>
        </p:nvSpPr>
        <p:spPr>
          <a:xfrm>
            <a:off x="71120" y="335280"/>
            <a:ext cx="12120880" cy="5841683"/>
          </a:xfrm>
        </p:spPr>
        <p:txBody>
          <a:bodyPr>
            <a:normAutofit/>
          </a:bodyPr>
          <a:p>
            <a:pPr indent="0" marL="0">
              <a:buNone/>
            </a:pPr>
            <a:r>
              <a:rPr b="1" dirty="0" sz="4000" lang="en-IN" smtClean="0">
                <a:solidFill>
                  <a:srgbClr val="FCF862"/>
                </a:solidFill>
                <a:latin typeface="Times New Roman" panose="02020603050405020304" pitchFamily="18" charset="0"/>
                <a:cs typeface="Times New Roman" panose="02020603050405020304" pitchFamily="18" charset="0"/>
              </a:rPr>
              <a:t>DATA SET</a:t>
            </a:r>
            <a:endParaRPr b="1" dirty="0" sz="4000" lang="en-IN">
              <a:solidFill>
                <a:srgbClr val="FCF862"/>
              </a:solidFill>
              <a:latin typeface="Times New Roman" panose="02020603050405020304" pitchFamily="18" charset="0"/>
              <a:cs typeface="Times New Roman" panose="02020603050405020304" pitchFamily="18" charset="0"/>
            </a:endParaRPr>
          </a:p>
        </p:txBody>
      </p:sp>
      <p:pic>
        <p:nvPicPr>
          <p:cNvPr id="2097153" name="Picture 3"/>
          <p:cNvPicPr>
            <a:picLocks noChangeAspect="1"/>
          </p:cNvPicPr>
          <p:nvPr/>
        </p:nvPicPr>
        <p:blipFill>
          <a:blip xmlns:r="http://schemas.openxmlformats.org/officeDocument/2006/relationships" r:embed="rId1"/>
          <a:stretch>
            <a:fillRect/>
          </a:stretch>
        </p:blipFill>
        <p:spPr>
          <a:xfrm>
            <a:off x="192747" y="1240733"/>
            <a:ext cx="11785893" cy="2222614"/>
          </a:xfrm>
          <a:prstGeom prst="rect"/>
        </p:spPr>
      </p:pic>
      <p:sp>
        <p:nvSpPr>
          <p:cNvPr id="1048600" name="TextBox 4"/>
          <p:cNvSpPr txBox="1"/>
          <p:nvPr/>
        </p:nvSpPr>
        <p:spPr>
          <a:xfrm>
            <a:off x="325120" y="3931920"/>
            <a:ext cx="11399520" cy="802640"/>
          </a:xfrm>
          <a:prstGeom prst="rect"/>
          <a:noFill/>
        </p:spPr>
        <p:txBody>
          <a:bodyPr rtlCol="0" wrap="square">
            <a:spAutoFit/>
          </a:bodyPr>
          <a:p>
            <a:pPr indent="-342900" marL="342900">
              <a:buFont typeface="Arial" panose="020B0604020202020204" pitchFamily="34" charset="0"/>
              <a:buChar char="•"/>
            </a:pPr>
            <a:r>
              <a:rPr dirty="0" sz="2400" lang="en-IN" smtClean="0">
                <a:latin typeface="Times New Roman" panose="02020603050405020304" pitchFamily="18" charset="0"/>
                <a:cs typeface="Times New Roman" panose="02020603050405020304" pitchFamily="18" charset="0"/>
              </a:rPr>
              <a:t>This dataset typically consists of 12 attributes. </a:t>
            </a:r>
          </a:p>
          <a:p>
            <a:pPr indent="-342900" marL="342900">
              <a:buFont typeface="Arial" panose="020B0604020202020204" pitchFamily="34" charset="0"/>
              <a:buChar char="•"/>
            </a:pPr>
            <a:r>
              <a:rPr dirty="0" sz="2400" lang="en-IN" smtClean="0">
                <a:latin typeface="Times New Roman" panose="02020603050405020304" pitchFamily="18" charset="0"/>
                <a:cs typeface="Times New Roman" panose="02020603050405020304" pitchFamily="18" charset="0"/>
              </a:rPr>
              <a:t>There are 1603 instances.</a:t>
            </a:r>
            <a:endParaRPr dirty="0" sz="2400" lang="en-IN">
              <a:latin typeface="Times New Roman" panose="02020603050405020304" pitchFamily="18" charset="0"/>
              <a:cs typeface="Times New Roman" panose="02020603050405020304" pitchFamily="18" charset="0"/>
            </a:endParaRPr>
          </a:p>
        </p:txBody>
      </p:sp>
      <p:sp>
        <p:nvSpPr>
          <p:cNvPr id="1048601" name="Slide Number Placeholder 1"/>
          <p:cNvSpPr>
            <a:spLocks noGrp="1"/>
          </p:cNvSpPr>
          <p:nvPr>
            <p:ph type="sldNum" sz="quarter" idx="12"/>
          </p:nvPr>
        </p:nvSpPr>
        <p:spPr/>
        <p:txBody>
          <a:bodyPr/>
          <a:p>
            <a:fld id="{157A204F-D74D-4F05-A4FE-D7F1F4F4B8CD}" type="slidenum">
              <a:rPr lang="en-IN" smtClean="0"/>
              <a:t>4</a:t>
            </a:fld>
            <a:endParaRPr lang="en-IN"/>
          </a:p>
        </p:txBody>
      </p:sp>
    </p:spTree>
  </p:cSld>
  <p:clrMapOvr>
    <a:masterClrMapping/>
  </p:clrMapOvr>
  <p:transition spd="slow">
    <p:push dir="u"/>
  </p:transition>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02" name="Content Placeholder 2"/>
          <p:cNvSpPr>
            <a:spLocks noGrp="1"/>
          </p:cNvSpPr>
          <p:nvPr>
            <p:ph idx="1"/>
          </p:nvPr>
        </p:nvSpPr>
        <p:spPr>
          <a:xfrm>
            <a:off x="223520" y="233680"/>
            <a:ext cx="11130280" cy="5943283"/>
          </a:xfrm>
        </p:spPr>
        <p:txBody>
          <a:bodyPr>
            <a:normAutofit/>
          </a:bodyPr>
          <a:p>
            <a:pPr algn="ctr" indent="0" marL="0">
              <a:buNone/>
            </a:pPr>
            <a:endParaRPr b="1" dirty="0" sz="3600" lang="en-IN">
              <a:solidFill>
                <a:srgbClr val="FCF862"/>
              </a:solidFill>
              <a:latin typeface="Times New Roman" panose="02020603050405020304" pitchFamily="18" charset="0"/>
              <a:cs typeface="Times New Roman" panose="02020603050405020304" pitchFamily="18" charset="0"/>
            </a:endParaRPr>
          </a:p>
          <a:p>
            <a:pPr algn="ctr" indent="0" marL="0">
              <a:buNone/>
            </a:pPr>
            <a:r>
              <a:rPr b="1" dirty="0" sz="3600" lang="en-IN" smtClean="0">
                <a:solidFill>
                  <a:srgbClr val="FCF862"/>
                </a:solidFill>
                <a:latin typeface="Times New Roman" panose="02020603050405020304" pitchFamily="18" charset="0"/>
                <a:cs typeface="Times New Roman" panose="02020603050405020304" pitchFamily="18" charset="0"/>
              </a:rPr>
              <a:t>DATA CLEANING</a:t>
            </a:r>
          </a:p>
          <a:p>
            <a:pPr indent="0" marL="0">
              <a:buNone/>
            </a:pPr>
            <a:endParaRPr b="1" dirty="0" sz="3600" lang="en-IN">
              <a:solidFill>
                <a:srgbClr val="FCF862"/>
              </a:solidFill>
              <a:latin typeface="Times New Roman" panose="02020603050405020304" pitchFamily="18" charset="0"/>
              <a:cs typeface="Times New Roman" panose="02020603050405020304" pitchFamily="18" charset="0"/>
            </a:endParaRPr>
          </a:p>
        </p:txBody>
      </p:sp>
      <p:sp>
        <p:nvSpPr>
          <p:cNvPr id="1048603" name="Rectangle 5"/>
          <p:cNvSpPr/>
          <p:nvPr/>
        </p:nvSpPr>
        <p:spPr>
          <a:xfrm>
            <a:off x="3596640" y="894080"/>
            <a:ext cx="4338320" cy="579120"/>
          </a:xfrm>
          <a:prstGeom prst="rect"/>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p>
        </p:txBody>
      </p:sp>
      <p:cxnSp>
        <p:nvCxnSpPr>
          <p:cNvPr id="3145728" name="Straight Arrow Connector 7"/>
          <p:cNvCxnSpPr>
            <a:cxnSpLocks/>
          </p:cNvCxnSpPr>
          <p:nvPr/>
        </p:nvCxnSpPr>
        <p:spPr>
          <a:xfrm flipH="1">
            <a:off x="2966720" y="1473200"/>
            <a:ext cx="2672080" cy="598420"/>
          </a:xfrm>
          <a:prstGeom prst="straightConnector1"/>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729" name="Straight Arrow Connector 9"/>
          <p:cNvCxnSpPr>
            <a:cxnSpLocks/>
          </p:cNvCxnSpPr>
          <p:nvPr/>
        </p:nvCxnSpPr>
        <p:spPr>
          <a:xfrm flipH="1">
            <a:off x="5647662" y="1473200"/>
            <a:ext cx="1298" cy="1015514"/>
          </a:xfrm>
          <a:prstGeom prst="straightConnector1"/>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730" name="Straight Arrow Connector 11"/>
          <p:cNvCxnSpPr>
            <a:cxnSpLocks/>
          </p:cNvCxnSpPr>
          <p:nvPr/>
        </p:nvCxnSpPr>
        <p:spPr>
          <a:xfrm>
            <a:off x="5666685" y="1483360"/>
            <a:ext cx="3094478" cy="588260"/>
          </a:xfrm>
          <a:prstGeom prst="straightConnector1"/>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8604" name="Rectangle 13"/>
          <p:cNvSpPr/>
          <p:nvPr/>
        </p:nvSpPr>
        <p:spPr>
          <a:xfrm>
            <a:off x="774755" y="1865706"/>
            <a:ext cx="2153920" cy="461665"/>
          </a:xfrm>
          <a:prstGeom prst="rect"/>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p>
        </p:txBody>
      </p:sp>
      <p:sp>
        <p:nvSpPr>
          <p:cNvPr id="1048605" name="TextBox 14"/>
          <p:cNvSpPr txBox="1"/>
          <p:nvPr/>
        </p:nvSpPr>
        <p:spPr>
          <a:xfrm>
            <a:off x="878247" y="1898112"/>
            <a:ext cx="2479040" cy="369332"/>
          </a:xfrm>
          <a:prstGeom prst="rect"/>
          <a:noFill/>
        </p:spPr>
        <p:txBody>
          <a:bodyPr rtlCol="0" wrap="square">
            <a:spAutoFit/>
          </a:bodyPr>
          <a:p>
            <a:r>
              <a:rPr dirty="0" lang="en-IN" smtClean="0">
                <a:latin typeface="Times New Roman" panose="02020603050405020304" pitchFamily="18" charset="0"/>
                <a:cs typeface="Times New Roman" panose="02020603050405020304" pitchFamily="18" charset="0"/>
              </a:rPr>
              <a:t>Errors in Data Type </a:t>
            </a:r>
            <a:endParaRPr dirty="0" lang="en-IN">
              <a:latin typeface="Times New Roman" panose="02020603050405020304" pitchFamily="18" charset="0"/>
              <a:cs typeface="Times New Roman" panose="02020603050405020304" pitchFamily="18" charset="0"/>
            </a:endParaRPr>
          </a:p>
        </p:txBody>
      </p:sp>
      <p:sp>
        <p:nvSpPr>
          <p:cNvPr id="1048606" name="Rectangle 16"/>
          <p:cNvSpPr/>
          <p:nvPr/>
        </p:nvSpPr>
        <p:spPr>
          <a:xfrm>
            <a:off x="4423382" y="2535602"/>
            <a:ext cx="2448560" cy="646331"/>
          </a:xfrm>
          <a:prstGeom prst="rect"/>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p>
        </p:txBody>
      </p:sp>
      <p:sp>
        <p:nvSpPr>
          <p:cNvPr id="1048607" name="TextBox 17"/>
          <p:cNvSpPr txBox="1"/>
          <p:nvPr/>
        </p:nvSpPr>
        <p:spPr>
          <a:xfrm>
            <a:off x="4490424" y="2566187"/>
            <a:ext cx="2595880" cy="646331"/>
          </a:xfrm>
          <a:prstGeom prst="rect"/>
          <a:noFill/>
        </p:spPr>
        <p:txBody>
          <a:bodyPr rtlCol="0" wrap="square">
            <a:spAutoFit/>
          </a:bodyPr>
          <a:p>
            <a:r>
              <a:rPr dirty="0" lang="en-IN" smtClean="0">
                <a:latin typeface="Times New Roman" panose="02020603050405020304" pitchFamily="18" charset="0"/>
                <a:cs typeface="Times New Roman" panose="02020603050405020304" pitchFamily="18" charset="0"/>
              </a:rPr>
              <a:t>Null value identification &amp;rectification</a:t>
            </a:r>
            <a:endParaRPr dirty="0" lang="en-IN">
              <a:latin typeface="Times New Roman" panose="02020603050405020304" pitchFamily="18" charset="0"/>
              <a:cs typeface="Times New Roman" panose="02020603050405020304" pitchFamily="18" charset="0"/>
            </a:endParaRPr>
          </a:p>
        </p:txBody>
      </p:sp>
      <p:sp>
        <p:nvSpPr>
          <p:cNvPr id="1048608" name="Rectangle 26"/>
          <p:cNvSpPr/>
          <p:nvPr/>
        </p:nvSpPr>
        <p:spPr>
          <a:xfrm>
            <a:off x="8772567" y="1907872"/>
            <a:ext cx="3119120" cy="415499"/>
          </a:xfrm>
          <a:prstGeom prst="rect"/>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p>
        </p:txBody>
      </p:sp>
      <p:sp>
        <p:nvSpPr>
          <p:cNvPr id="1048609" name="TextBox 27"/>
          <p:cNvSpPr txBox="1"/>
          <p:nvPr/>
        </p:nvSpPr>
        <p:spPr>
          <a:xfrm>
            <a:off x="8790292" y="1930955"/>
            <a:ext cx="3101395" cy="624840"/>
          </a:xfrm>
          <a:prstGeom prst="rect"/>
          <a:noFill/>
        </p:spPr>
        <p:txBody>
          <a:bodyPr rtlCol="0" wrap="square">
            <a:spAutoFit/>
          </a:bodyPr>
          <a:p>
            <a:r>
              <a:rPr dirty="0" lang="en-IN" smtClean="0">
                <a:latin typeface="Times New Roman" panose="02020603050405020304" pitchFamily="18" charset="0"/>
                <a:cs typeface="Times New Roman" panose="02020603050405020304" pitchFamily="18" charset="0"/>
              </a:rPr>
              <a:t>Outlier detection&amp; rectification</a:t>
            </a:r>
            <a:endParaRPr dirty="0" lang="en-IN">
              <a:latin typeface="Times New Roman" panose="02020603050405020304" pitchFamily="18" charset="0"/>
              <a:cs typeface="Times New Roman" panose="02020603050405020304" pitchFamily="18" charset="0"/>
            </a:endParaRPr>
          </a:p>
        </p:txBody>
      </p:sp>
      <p:pic>
        <p:nvPicPr>
          <p:cNvPr id="2097154" name="Picture 28"/>
          <p:cNvPicPr>
            <a:picLocks noChangeAspect="1"/>
          </p:cNvPicPr>
          <p:nvPr/>
        </p:nvPicPr>
        <p:blipFill>
          <a:blip xmlns:r="http://schemas.openxmlformats.org/officeDocument/2006/relationships" r:embed="rId1"/>
          <a:stretch>
            <a:fillRect/>
          </a:stretch>
        </p:blipFill>
        <p:spPr>
          <a:xfrm>
            <a:off x="8795371" y="2451795"/>
            <a:ext cx="3096316" cy="1643969"/>
          </a:xfrm>
          <a:prstGeom prst="rect"/>
        </p:spPr>
      </p:pic>
      <p:pic>
        <p:nvPicPr>
          <p:cNvPr id="2097155" name="Picture 29"/>
          <p:cNvPicPr>
            <a:picLocks noChangeAspect="1"/>
          </p:cNvPicPr>
          <p:nvPr/>
        </p:nvPicPr>
        <p:blipFill>
          <a:blip xmlns:r="http://schemas.openxmlformats.org/officeDocument/2006/relationships" r:embed="rId2"/>
          <a:stretch>
            <a:fillRect/>
          </a:stretch>
        </p:blipFill>
        <p:spPr>
          <a:xfrm>
            <a:off x="8790292" y="4224188"/>
            <a:ext cx="3141954" cy="1913353"/>
          </a:xfrm>
          <a:prstGeom prst="rect"/>
        </p:spPr>
      </p:pic>
      <p:sp>
        <p:nvSpPr>
          <p:cNvPr id="1048610" name="Slide Number Placeholder 1"/>
          <p:cNvSpPr>
            <a:spLocks noGrp="1"/>
          </p:cNvSpPr>
          <p:nvPr>
            <p:ph type="sldNum" sz="quarter" idx="12"/>
          </p:nvPr>
        </p:nvSpPr>
        <p:spPr/>
        <p:txBody>
          <a:bodyPr/>
          <a:p>
            <a:fld id="{157A204F-D74D-4F05-A4FE-D7F1F4F4B8CD}" type="slidenum">
              <a:rPr lang="en-IN" smtClean="0"/>
              <a:t>5</a:t>
            </a:fld>
            <a:endParaRPr lang="en-IN"/>
          </a:p>
        </p:txBody>
      </p:sp>
      <p:pic>
        <p:nvPicPr>
          <p:cNvPr id="2097156" name="Picture 3"/>
          <p:cNvPicPr>
            <a:picLocks noChangeAspect="1"/>
          </p:cNvPicPr>
          <p:nvPr/>
        </p:nvPicPr>
        <p:blipFill>
          <a:blip xmlns:r="http://schemas.openxmlformats.org/officeDocument/2006/relationships" r:embed="rId3"/>
          <a:stretch>
            <a:fillRect/>
          </a:stretch>
        </p:blipFill>
        <p:spPr>
          <a:xfrm>
            <a:off x="304801" y="2488714"/>
            <a:ext cx="3041082" cy="1757920"/>
          </a:xfrm>
          <a:prstGeom prst="rect"/>
        </p:spPr>
      </p:pic>
      <p:pic>
        <p:nvPicPr>
          <p:cNvPr id="2097157" name="Picture 4"/>
          <p:cNvPicPr>
            <a:picLocks noChangeAspect="1"/>
          </p:cNvPicPr>
          <p:nvPr/>
        </p:nvPicPr>
        <p:blipFill>
          <a:blip xmlns:r="http://schemas.openxmlformats.org/officeDocument/2006/relationships" r:embed="rId4"/>
          <a:stretch>
            <a:fillRect/>
          </a:stretch>
        </p:blipFill>
        <p:spPr>
          <a:xfrm>
            <a:off x="304801" y="4426946"/>
            <a:ext cx="3041082" cy="1911359"/>
          </a:xfrm>
          <a:prstGeom prst="rect"/>
        </p:spPr>
      </p:pic>
      <p:pic>
        <p:nvPicPr>
          <p:cNvPr id="2097158" name="Picture 6"/>
          <p:cNvPicPr>
            <a:picLocks noChangeAspect="1"/>
          </p:cNvPicPr>
          <p:nvPr/>
        </p:nvPicPr>
        <p:blipFill>
          <a:blip xmlns:r="http://schemas.openxmlformats.org/officeDocument/2006/relationships" r:embed="rId5"/>
          <a:stretch>
            <a:fillRect/>
          </a:stretch>
        </p:blipFill>
        <p:spPr>
          <a:xfrm>
            <a:off x="4196081" y="3344436"/>
            <a:ext cx="3098800" cy="1410444"/>
          </a:xfrm>
          <a:prstGeom prst="rect"/>
        </p:spPr>
      </p:pic>
      <p:pic>
        <p:nvPicPr>
          <p:cNvPr id="2097159" name="Picture 8"/>
          <p:cNvPicPr>
            <a:picLocks noChangeAspect="1"/>
          </p:cNvPicPr>
          <p:nvPr/>
        </p:nvPicPr>
        <p:blipFill>
          <a:blip xmlns:r="http://schemas.openxmlformats.org/officeDocument/2006/relationships" r:embed="rId6"/>
          <a:stretch>
            <a:fillRect/>
          </a:stretch>
        </p:blipFill>
        <p:spPr>
          <a:xfrm>
            <a:off x="4196081" y="4917383"/>
            <a:ext cx="3098800" cy="1438967"/>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42" presetSubtype="0">
                                  <p:stCondLst>
                                    <p:cond delay="0"/>
                                  </p:stCondLst>
                                  <p:childTnLst>
                                    <p:set>
                                      <p:cBhvr>
                                        <p:cTn dur="1" fill="hold" id="6">
                                          <p:stCondLst>
                                            <p:cond delay="0"/>
                                          </p:stCondLst>
                                        </p:cTn>
                                        <p:tgtEl>
                                          <p:spTgt spid="1048602">
                                            <p:txEl>
                                              <p:pRg st="1" end="1"/>
                                            </p:txEl>
                                          </p:spTgt>
                                        </p:tgtEl>
                                        <p:attrNameLst>
                                          <p:attrName>style.visibility</p:attrName>
                                        </p:attrNameLst>
                                      </p:cBhvr>
                                      <p:to>
                                        <p:strVal val="visible"/>
                                      </p:to>
                                    </p:set>
                                    <p:animEffect transition="in" filter="fade">
                                      <p:cBhvr>
                                        <p:cTn dur="1000" id="7"/>
                                        <p:tgtEl>
                                          <p:spTgt spid="1048602">
                                            <p:txEl>
                                              <p:pRg st="1" end="1"/>
                                            </p:txEl>
                                          </p:spTgt>
                                        </p:tgtEl>
                                      </p:cBhvr>
                                    </p:animEffect>
                                    <p:anim calcmode="lin" valueType="num">
                                      <p:cBhvr>
                                        <p:cTn dur="1000" fill="hold" id="8"/>
                                        <p:tgtEl>
                                          <p:spTgt spid="1048602">
                                            <p:txEl>
                                              <p:pRg st="1" end="1"/>
                                            </p:txEl>
                                          </p:spTgt>
                                        </p:tgtEl>
                                        <p:attrNameLst>
                                          <p:attrName>ppt_x</p:attrName>
                                        </p:attrNameLst>
                                      </p:cBhvr>
                                      <p:tavLst>
                                        <p:tav tm="0">
                                          <p:val>
                                            <p:strVal val="#ppt_x"/>
                                          </p:val>
                                        </p:tav>
                                        <p:tav tm="100000">
                                          <p:val>
                                            <p:strVal val="#ppt_x"/>
                                          </p:val>
                                        </p:tav>
                                      </p:tavLst>
                                    </p:anim>
                                    <p:anim calcmode="lin" valueType="num">
                                      <p:cBhvr>
                                        <p:cTn dur="1000" fill="hold" id="9"/>
                                        <p:tgtEl>
                                          <p:spTgt spid="104860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fill="hold" id="10">
                      <p:stCondLst>
                        <p:cond delay="indefinite"/>
                      </p:stCondLst>
                      <p:childTnLst>
                        <p:par>
                          <p:cTn fill="hold" id="11">
                            <p:stCondLst>
                              <p:cond delay="0"/>
                            </p:stCondLst>
                            <p:childTnLst>
                              <p:par>
                                <p:cTn fill="hold" grpId="0" id="12" nodeType="clickEffect" presetClass="entr" presetID="2" presetSubtype="4">
                                  <p:stCondLst>
                                    <p:cond delay="0"/>
                                  </p:stCondLst>
                                  <p:childTnLst>
                                    <p:set>
                                      <p:cBhvr>
                                        <p:cTn dur="1" fill="hold" id="13">
                                          <p:stCondLst>
                                            <p:cond delay="0"/>
                                          </p:stCondLst>
                                        </p:cTn>
                                        <p:tgtEl>
                                          <p:spTgt spid="1048605"/>
                                        </p:tgtEl>
                                        <p:attrNameLst>
                                          <p:attrName>style.visibility</p:attrName>
                                        </p:attrNameLst>
                                      </p:cBhvr>
                                      <p:to>
                                        <p:strVal val="visible"/>
                                      </p:to>
                                    </p:set>
                                    <p:anim calcmode="lin" valueType="num">
                                      <p:cBhvr additive="base">
                                        <p:cTn dur="500" fill="hold" id="14"/>
                                        <p:tgtEl>
                                          <p:spTgt spid="1048605"/>
                                        </p:tgtEl>
                                        <p:attrNameLst>
                                          <p:attrName>ppt_x</p:attrName>
                                        </p:attrNameLst>
                                      </p:cBhvr>
                                      <p:tavLst>
                                        <p:tav tm="0">
                                          <p:val>
                                            <p:strVal val="#ppt_x"/>
                                          </p:val>
                                        </p:tav>
                                        <p:tav tm="100000">
                                          <p:val>
                                            <p:strVal val="#ppt_x"/>
                                          </p:val>
                                        </p:tav>
                                      </p:tavLst>
                                    </p:anim>
                                    <p:anim calcmode="lin" valueType="num">
                                      <p:cBhvr additive="base">
                                        <p:cTn dur="500" fill="hold" id="15"/>
                                        <p:tgtEl>
                                          <p:spTgt spid="1048605"/>
                                        </p:tgtEl>
                                        <p:attrNameLst>
                                          <p:attrName>ppt_y</p:attrName>
                                        </p:attrNameLst>
                                      </p:cBhvr>
                                      <p:tavLst>
                                        <p:tav tm="0">
                                          <p:val>
                                            <p:strVal val="1+#ppt_h/2"/>
                                          </p:val>
                                        </p:tav>
                                        <p:tav tm="100000">
                                          <p:val>
                                            <p:strVal val="#ppt_y"/>
                                          </p:val>
                                        </p:tav>
                                      </p:tavLst>
                                    </p:anim>
                                  </p:childTnLst>
                                </p:cTn>
                              </p:par>
                              <p:par>
                                <p:cTn fill="hold" id="16" nodeType="withEffect" presetClass="entr" presetID="2" presetSubtype="4">
                                  <p:stCondLst>
                                    <p:cond delay="0"/>
                                  </p:stCondLst>
                                  <p:childTnLst>
                                    <p:set>
                                      <p:cBhvr>
                                        <p:cTn dur="1" fill="hold" id="17">
                                          <p:stCondLst>
                                            <p:cond delay="0"/>
                                          </p:stCondLst>
                                        </p:cTn>
                                        <p:tgtEl>
                                          <p:spTgt spid="2097156"/>
                                        </p:tgtEl>
                                        <p:attrNameLst>
                                          <p:attrName>style.visibility</p:attrName>
                                        </p:attrNameLst>
                                      </p:cBhvr>
                                      <p:to>
                                        <p:strVal val="visible"/>
                                      </p:to>
                                    </p:set>
                                    <p:anim calcmode="lin" valueType="num">
                                      <p:cBhvr additive="base">
                                        <p:cTn dur="500" fill="hold" id="18"/>
                                        <p:tgtEl>
                                          <p:spTgt spid="2097156"/>
                                        </p:tgtEl>
                                        <p:attrNameLst>
                                          <p:attrName>ppt_x</p:attrName>
                                        </p:attrNameLst>
                                      </p:cBhvr>
                                      <p:tavLst>
                                        <p:tav tm="0">
                                          <p:val>
                                            <p:strVal val="#ppt_x"/>
                                          </p:val>
                                        </p:tav>
                                        <p:tav tm="100000">
                                          <p:val>
                                            <p:strVal val="#ppt_x"/>
                                          </p:val>
                                        </p:tav>
                                      </p:tavLst>
                                    </p:anim>
                                    <p:anim calcmode="lin" valueType="num">
                                      <p:cBhvr additive="base">
                                        <p:cTn dur="500" fill="hold" id="19"/>
                                        <p:tgtEl>
                                          <p:spTgt spid="2097156"/>
                                        </p:tgtEl>
                                        <p:attrNameLst>
                                          <p:attrName>ppt_y</p:attrName>
                                        </p:attrNameLst>
                                      </p:cBhvr>
                                      <p:tavLst>
                                        <p:tav tm="0">
                                          <p:val>
                                            <p:strVal val="1+#ppt_h/2"/>
                                          </p:val>
                                        </p:tav>
                                        <p:tav tm="100000">
                                          <p:val>
                                            <p:strVal val="#ppt_y"/>
                                          </p:val>
                                        </p:tav>
                                      </p:tavLst>
                                    </p:anim>
                                  </p:childTnLst>
                                </p:cTn>
                              </p:par>
                              <p:par>
                                <p:cTn fill="hold" id="20" nodeType="withEffect" presetClass="entr" presetID="2" presetSubtype="4">
                                  <p:stCondLst>
                                    <p:cond delay="0"/>
                                  </p:stCondLst>
                                  <p:childTnLst>
                                    <p:set>
                                      <p:cBhvr>
                                        <p:cTn dur="1" fill="hold" id="21">
                                          <p:stCondLst>
                                            <p:cond delay="0"/>
                                          </p:stCondLst>
                                        </p:cTn>
                                        <p:tgtEl>
                                          <p:spTgt spid="2097157"/>
                                        </p:tgtEl>
                                        <p:attrNameLst>
                                          <p:attrName>style.visibility</p:attrName>
                                        </p:attrNameLst>
                                      </p:cBhvr>
                                      <p:to>
                                        <p:strVal val="visible"/>
                                      </p:to>
                                    </p:set>
                                    <p:anim calcmode="lin" valueType="num">
                                      <p:cBhvr additive="base">
                                        <p:cTn dur="500" fill="hold" id="22"/>
                                        <p:tgtEl>
                                          <p:spTgt spid="2097157"/>
                                        </p:tgtEl>
                                        <p:attrNameLst>
                                          <p:attrName>ppt_x</p:attrName>
                                        </p:attrNameLst>
                                      </p:cBhvr>
                                      <p:tavLst>
                                        <p:tav tm="0">
                                          <p:val>
                                            <p:strVal val="#ppt_x"/>
                                          </p:val>
                                        </p:tav>
                                        <p:tav tm="100000">
                                          <p:val>
                                            <p:strVal val="#ppt_x"/>
                                          </p:val>
                                        </p:tav>
                                      </p:tavLst>
                                    </p:anim>
                                    <p:anim calcmode="lin" valueType="num">
                                      <p:cBhvr additive="base">
                                        <p:cTn dur="500" fill="hold" id="23"/>
                                        <p:tgtEl>
                                          <p:spTgt spid="2097157"/>
                                        </p:tgtEl>
                                        <p:attrNameLst>
                                          <p:attrName>ppt_y</p:attrName>
                                        </p:attrNameLst>
                                      </p:cBhvr>
                                      <p:tavLst>
                                        <p:tav tm="0">
                                          <p:val>
                                            <p:strVal val="1+#ppt_h/2"/>
                                          </p:val>
                                        </p:tav>
                                        <p:tav tm="100000">
                                          <p:val>
                                            <p:strVal val="#ppt_y"/>
                                          </p:val>
                                        </p:tav>
                                      </p:tavLst>
                                    </p:anim>
                                  </p:childTnLst>
                                </p:cTn>
                              </p:par>
                            </p:childTnLst>
                          </p:cTn>
                        </p:par>
                      </p:childTnLst>
                    </p:cTn>
                  </p:par>
                  <p:par>
                    <p:cTn fill="hold" id="24">
                      <p:stCondLst>
                        <p:cond delay="indefinite"/>
                      </p:stCondLst>
                      <p:childTnLst>
                        <p:par>
                          <p:cTn fill="hold" id="25">
                            <p:stCondLst>
                              <p:cond delay="0"/>
                            </p:stCondLst>
                            <p:childTnLst>
                              <p:par>
                                <p:cTn fill="hold" grpId="0" id="26" nodeType="clickEffect" presetClass="entr" presetID="2" presetSubtype="4">
                                  <p:stCondLst>
                                    <p:cond delay="0"/>
                                  </p:stCondLst>
                                  <p:childTnLst>
                                    <p:set>
                                      <p:cBhvr>
                                        <p:cTn dur="1" fill="hold" id="27">
                                          <p:stCondLst>
                                            <p:cond delay="0"/>
                                          </p:stCondLst>
                                        </p:cTn>
                                        <p:tgtEl>
                                          <p:spTgt spid="1048607"/>
                                        </p:tgtEl>
                                        <p:attrNameLst>
                                          <p:attrName>style.visibility</p:attrName>
                                        </p:attrNameLst>
                                      </p:cBhvr>
                                      <p:to>
                                        <p:strVal val="visible"/>
                                      </p:to>
                                    </p:set>
                                    <p:anim calcmode="lin" valueType="num">
                                      <p:cBhvr additive="base">
                                        <p:cTn dur="500" fill="hold" id="28"/>
                                        <p:tgtEl>
                                          <p:spTgt spid="1048607"/>
                                        </p:tgtEl>
                                        <p:attrNameLst>
                                          <p:attrName>ppt_x</p:attrName>
                                        </p:attrNameLst>
                                      </p:cBhvr>
                                      <p:tavLst>
                                        <p:tav tm="0">
                                          <p:val>
                                            <p:strVal val="#ppt_x"/>
                                          </p:val>
                                        </p:tav>
                                        <p:tav tm="100000">
                                          <p:val>
                                            <p:strVal val="#ppt_x"/>
                                          </p:val>
                                        </p:tav>
                                      </p:tavLst>
                                    </p:anim>
                                    <p:anim calcmode="lin" valueType="num">
                                      <p:cBhvr additive="base">
                                        <p:cTn dur="500" fill="hold" id="29"/>
                                        <p:tgtEl>
                                          <p:spTgt spid="1048607"/>
                                        </p:tgtEl>
                                        <p:attrNameLst>
                                          <p:attrName>ppt_y</p:attrName>
                                        </p:attrNameLst>
                                      </p:cBhvr>
                                      <p:tavLst>
                                        <p:tav tm="0">
                                          <p:val>
                                            <p:strVal val="1+#ppt_h/2"/>
                                          </p:val>
                                        </p:tav>
                                        <p:tav tm="100000">
                                          <p:val>
                                            <p:strVal val="#ppt_y"/>
                                          </p:val>
                                        </p:tav>
                                      </p:tavLst>
                                    </p:anim>
                                  </p:childTnLst>
                                </p:cTn>
                              </p:par>
                              <p:par>
                                <p:cTn fill="hold" id="30" nodeType="withEffect" presetClass="entr" presetID="2" presetSubtype="4">
                                  <p:stCondLst>
                                    <p:cond delay="0"/>
                                  </p:stCondLst>
                                  <p:childTnLst>
                                    <p:set>
                                      <p:cBhvr>
                                        <p:cTn dur="1" fill="hold" id="31">
                                          <p:stCondLst>
                                            <p:cond delay="0"/>
                                          </p:stCondLst>
                                        </p:cTn>
                                        <p:tgtEl>
                                          <p:spTgt spid="2097158"/>
                                        </p:tgtEl>
                                        <p:attrNameLst>
                                          <p:attrName>style.visibility</p:attrName>
                                        </p:attrNameLst>
                                      </p:cBhvr>
                                      <p:to>
                                        <p:strVal val="visible"/>
                                      </p:to>
                                    </p:set>
                                    <p:anim calcmode="lin" valueType="num">
                                      <p:cBhvr additive="base">
                                        <p:cTn dur="500" fill="hold" id="32"/>
                                        <p:tgtEl>
                                          <p:spTgt spid="2097158"/>
                                        </p:tgtEl>
                                        <p:attrNameLst>
                                          <p:attrName>ppt_x</p:attrName>
                                        </p:attrNameLst>
                                      </p:cBhvr>
                                      <p:tavLst>
                                        <p:tav tm="0">
                                          <p:val>
                                            <p:strVal val="#ppt_x"/>
                                          </p:val>
                                        </p:tav>
                                        <p:tav tm="100000">
                                          <p:val>
                                            <p:strVal val="#ppt_x"/>
                                          </p:val>
                                        </p:tav>
                                      </p:tavLst>
                                    </p:anim>
                                    <p:anim calcmode="lin" valueType="num">
                                      <p:cBhvr additive="base">
                                        <p:cTn dur="500" fill="hold" id="33"/>
                                        <p:tgtEl>
                                          <p:spTgt spid="2097158"/>
                                        </p:tgtEl>
                                        <p:attrNameLst>
                                          <p:attrName>ppt_y</p:attrName>
                                        </p:attrNameLst>
                                      </p:cBhvr>
                                      <p:tavLst>
                                        <p:tav tm="0">
                                          <p:val>
                                            <p:strVal val="1+#ppt_h/2"/>
                                          </p:val>
                                        </p:tav>
                                        <p:tav tm="100000">
                                          <p:val>
                                            <p:strVal val="#ppt_y"/>
                                          </p:val>
                                        </p:tav>
                                      </p:tavLst>
                                    </p:anim>
                                  </p:childTnLst>
                                </p:cTn>
                              </p:par>
                              <p:par>
                                <p:cTn fill="hold" id="34" nodeType="withEffect" presetClass="entr" presetID="2" presetSubtype="4">
                                  <p:stCondLst>
                                    <p:cond delay="0"/>
                                  </p:stCondLst>
                                  <p:childTnLst>
                                    <p:set>
                                      <p:cBhvr>
                                        <p:cTn dur="1" fill="hold" id="35">
                                          <p:stCondLst>
                                            <p:cond delay="0"/>
                                          </p:stCondLst>
                                        </p:cTn>
                                        <p:tgtEl>
                                          <p:spTgt spid="2097159"/>
                                        </p:tgtEl>
                                        <p:attrNameLst>
                                          <p:attrName>style.visibility</p:attrName>
                                        </p:attrNameLst>
                                      </p:cBhvr>
                                      <p:to>
                                        <p:strVal val="visible"/>
                                      </p:to>
                                    </p:set>
                                    <p:anim calcmode="lin" valueType="num">
                                      <p:cBhvr additive="base">
                                        <p:cTn dur="500" fill="hold" id="36"/>
                                        <p:tgtEl>
                                          <p:spTgt spid="2097159"/>
                                        </p:tgtEl>
                                        <p:attrNameLst>
                                          <p:attrName>ppt_x</p:attrName>
                                        </p:attrNameLst>
                                      </p:cBhvr>
                                      <p:tavLst>
                                        <p:tav tm="0">
                                          <p:val>
                                            <p:strVal val="#ppt_x"/>
                                          </p:val>
                                        </p:tav>
                                        <p:tav tm="100000">
                                          <p:val>
                                            <p:strVal val="#ppt_x"/>
                                          </p:val>
                                        </p:tav>
                                      </p:tavLst>
                                    </p:anim>
                                    <p:anim calcmode="lin" valueType="num">
                                      <p:cBhvr additive="base">
                                        <p:cTn dur="500" fill="hold" id="37"/>
                                        <p:tgtEl>
                                          <p:spTgt spid="2097159"/>
                                        </p:tgtEl>
                                        <p:attrNameLst>
                                          <p:attrName>ppt_y</p:attrName>
                                        </p:attrNameLst>
                                      </p:cBhvr>
                                      <p:tavLst>
                                        <p:tav tm="0">
                                          <p:val>
                                            <p:strVal val="1+#ppt_h/2"/>
                                          </p:val>
                                        </p:tav>
                                        <p:tav tm="100000">
                                          <p:val>
                                            <p:strVal val="#ppt_y"/>
                                          </p:val>
                                        </p:tav>
                                      </p:tavLst>
                                    </p:anim>
                                  </p:childTnLst>
                                </p:cTn>
                              </p:par>
                            </p:childTnLst>
                          </p:cTn>
                        </p:par>
                      </p:childTnLst>
                    </p:cTn>
                  </p:par>
                  <p:par>
                    <p:cTn fill="hold" id="38">
                      <p:stCondLst>
                        <p:cond delay="indefinite"/>
                      </p:stCondLst>
                      <p:childTnLst>
                        <p:par>
                          <p:cTn fill="hold" id="39">
                            <p:stCondLst>
                              <p:cond delay="0"/>
                            </p:stCondLst>
                            <p:childTnLst>
                              <p:par>
                                <p:cTn fill="hold" grpId="0" id="40" nodeType="clickEffect" presetClass="entr" presetID="2" presetSubtype="4">
                                  <p:stCondLst>
                                    <p:cond delay="0"/>
                                  </p:stCondLst>
                                  <p:childTnLst>
                                    <p:set>
                                      <p:cBhvr>
                                        <p:cTn dur="1" fill="hold" id="41">
                                          <p:stCondLst>
                                            <p:cond delay="0"/>
                                          </p:stCondLst>
                                        </p:cTn>
                                        <p:tgtEl>
                                          <p:spTgt spid="1048609"/>
                                        </p:tgtEl>
                                        <p:attrNameLst>
                                          <p:attrName>style.visibility</p:attrName>
                                        </p:attrNameLst>
                                      </p:cBhvr>
                                      <p:to>
                                        <p:strVal val="visible"/>
                                      </p:to>
                                    </p:set>
                                    <p:anim calcmode="lin" valueType="num">
                                      <p:cBhvr additive="base">
                                        <p:cTn dur="500" fill="hold" id="42"/>
                                        <p:tgtEl>
                                          <p:spTgt spid="1048609"/>
                                        </p:tgtEl>
                                        <p:attrNameLst>
                                          <p:attrName>ppt_x</p:attrName>
                                        </p:attrNameLst>
                                      </p:cBhvr>
                                      <p:tavLst>
                                        <p:tav tm="0">
                                          <p:val>
                                            <p:strVal val="#ppt_x"/>
                                          </p:val>
                                        </p:tav>
                                        <p:tav tm="100000">
                                          <p:val>
                                            <p:strVal val="#ppt_x"/>
                                          </p:val>
                                        </p:tav>
                                      </p:tavLst>
                                    </p:anim>
                                    <p:anim calcmode="lin" valueType="num">
                                      <p:cBhvr additive="base">
                                        <p:cTn dur="500" fill="hold" id="43"/>
                                        <p:tgtEl>
                                          <p:spTgt spid="1048609"/>
                                        </p:tgtEl>
                                        <p:attrNameLst>
                                          <p:attrName>ppt_y</p:attrName>
                                        </p:attrNameLst>
                                      </p:cBhvr>
                                      <p:tavLst>
                                        <p:tav tm="0">
                                          <p:val>
                                            <p:strVal val="1+#ppt_h/2"/>
                                          </p:val>
                                        </p:tav>
                                        <p:tav tm="100000">
                                          <p:val>
                                            <p:strVal val="#ppt_y"/>
                                          </p:val>
                                        </p:tav>
                                      </p:tavLst>
                                    </p:anim>
                                  </p:childTnLst>
                                </p:cTn>
                              </p:par>
                              <p:par>
                                <p:cTn fill="hold" id="44" nodeType="withEffect" presetClass="entr" presetID="2" presetSubtype="4">
                                  <p:stCondLst>
                                    <p:cond delay="0"/>
                                  </p:stCondLst>
                                  <p:childTnLst>
                                    <p:set>
                                      <p:cBhvr>
                                        <p:cTn dur="1" fill="hold" id="45">
                                          <p:stCondLst>
                                            <p:cond delay="0"/>
                                          </p:stCondLst>
                                        </p:cTn>
                                        <p:tgtEl>
                                          <p:spTgt spid="2097154"/>
                                        </p:tgtEl>
                                        <p:attrNameLst>
                                          <p:attrName>style.visibility</p:attrName>
                                        </p:attrNameLst>
                                      </p:cBhvr>
                                      <p:to>
                                        <p:strVal val="visible"/>
                                      </p:to>
                                    </p:set>
                                    <p:anim calcmode="lin" valueType="num">
                                      <p:cBhvr additive="base">
                                        <p:cTn dur="500" fill="hold" id="46"/>
                                        <p:tgtEl>
                                          <p:spTgt spid="2097154"/>
                                        </p:tgtEl>
                                        <p:attrNameLst>
                                          <p:attrName>ppt_x</p:attrName>
                                        </p:attrNameLst>
                                      </p:cBhvr>
                                      <p:tavLst>
                                        <p:tav tm="0">
                                          <p:val>
                                            <p:strVal val="#ppt_x"/>
                                          </p:val>
                                        </p:tav>
                                        <p:tav tm="100000">
                                          <p:val>
                                            <p:strVal val="#ppt_x"/>
                                          </p:val>
                                        </p:tav>
                                      </p:tavLst>
                                    </p:anim>
                                    <p:anim calcmode="lin" valueType="num">
                                      <p:cBhvr additive="base">
                                        <p:cTn dur="500" fill="hold" id="47"/>
                                        <p:tgtEl>
                                          <p:spTgt spid="2097154"/>
                                        </p:tgtEl>
                                        <p:attrNameLst>
                                          <p:attrName>ppt_y</p:attrName>
                                        </p:attrNameLst>
                                      </p:cBhvr>
                                      <p:tavLst>
                                        <p:tav tm="0">
                                          <p:val>
                                            <p:strVal val="1+#ppt_h/2"/>
                                          </p:val>
                                        </p:tav>
                                        <p:tav tm="100000">
                                          <p:val>
                                            <p:strVal val="#ppt_y"/>
                                          </p:val>
                                        </p:tav>
                                      </p:tavLst>
                                    </p:anim>
                                  </p:childTnLst>
                                </p:cTn>
                              </p:par>
                              <p:par>
                                <p:cTn fill="hold" id="48" nodeType="withEffect" presetClass="entr" presetID="2" presetSubtype="4">
                                  <p:stCondLst>
                                    <p:cond delay="0"/>
                                  </p:stCondLst>
                                  <p:childTnLst>
                                    <p:set>
                                      <p:cBhvr>
                                        <p:cTn dur="1" fill="hold" id="49">
                                          <p:stCondLst>
                                            <p:cond delay="0"/>
                                          </p:stCondLst>
                                        </p:cTn>
                                        <p:tgtEl>
                                          <p:spTgt spid="2097155"/>
                                        </p:tgtEl>
                                        <p:attrNameLst>
                                          <p:attrName>style.visibility</p:attrName>
                                        </p:attrNameLst>
                                      </p:cBhvr>
                                      <p:to>
                                        <p:strVal val="visible"/>
                                      </p:to>
                                    </p:set>
                                    <p:anim calcmode="lin" valueType="num">
                                      <p:cBhvr additive="base">
                                        <p:cTn dur="500" fill="hold" id="50"/>
                                        <p:tgtEl>
                                          <p:spTgt spid="2097155"/>
                                        </p:tgtEl>
                                        <p:attrNameLst>
                                          <p:attrName>ppt_x</p:attrName>
                                        </p:attrNameLst>
                                      </p:cBhvr>
                                      <p:tavLst>
                                        <p:tav tm="0">
                                          <p:val>
                                            <p:strVal val="#ppt_x"/>
                                          </p:val>
                                        </p:tav>
                                        <p:tav tm="100000">
                                          <p:val>
                                            <p:strVal val="#ppt_x"/>
                                          </p:val>
                                        </p:tav>
                                      </p:tavLst>
                                    </p:anim>
                                    <p:anim calcmode="lin" valueType="num">
                                      <p:cBhvr additive="base">
                                        <p:cTn dur="500" fill="hold" id="51"/>
                                        <p:tgtEl>
                                          <p:spTgt spid="20971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5" grpId="0"/>
      <p:bldP spid="1048607" grpId="0"/>
      <p:bldP spid="104860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1" name="Content Placeholder 2"/>
          <p:cNvSpPr>
            <a:spLocks noGrp="1"/>
          </p:cNvSpPr>
          <p:nvPr>
            <p:ph idx="1"/>
          </p:nvPr>
        </p:nvSpPr>
        <p:spPr>
          <a:xfrm>
            <a:off x="101600" y="132080"/>
            <a:ext cx="12009120" cy="6725920"/>
          </a:xfrm>
        </p:spPr>
        <p:txBody>
          <a:bodyPr/>
          <a:p>
            <a:pPr indent="0" marL="0">
              <a:buNone/>
            </a:pPr>
            <a:r>
              <a:rPr b="1" dirty="0" lang="en-IN" smtClean="0">
                <a:solidFill>
                  <a:srgbClr val="FCF862"/>
                </a:solidFill>
                <a:latin typeface="Times New Roman" panose="02020603050405020304" pitchFamily="18" charset="0"/>
                <a:cs typeface="Times New Roman" panose="02020603050405020304" pitchFamily="18" charset="0"/>
              </a:rPr>
              <a:t>EXPLORATORY DATA  ANALYSIS(EDA):</a:t>
            </a:r>
          </a:p>
          <a:p>
            <a:pPr>
              <a:buFont typeface="Wingdings" panose="05000000000000000000" pitchFamily="2" charset="2"/>
              <a:buChar char="Ø"/>
            </a:pPr>
            <a:endParaRPr dirty="0" sz="1800" lang="en-IN" smtClean="0">
              <a:latin typeface="Times New Roman" panose="02020603050405020304" pitchFamily="18" charset="0"/>
              <a:cs typeface="Times New Roman" panose="02020603050405020304" pitchFamily="18" charset="0"/>
            </a:endParaRPr>
          </a:p>
          <a:p>
            <a:pPr indent="0" marL="0">
              <a:buNone/>
            </a:pPr>
            <a:r>
              <a:rPr dirty="0" sz="1800" lang="en-IN" smtClean="0">
                <a:latin typeface="Times New Roman" panose="02020603050405020304" pitchFamily="18" charset="0"/>
                <a:cs typeface="Times New Roman" panose="02020603050405020304" pitchFamily="18" charset="0"/>
              </a:rPr>
              <a:t>          HISTOGRAM                                                BAR GRAPH                                                                    PIE                                              </a:t>
            </a:r>
            <a:endParaRPr dirty="0" sz="1800" lang="en-IN">
              <a:latin typeface="Times New Roman" panose="02020603050405020304" pitchFamily="18" charset="0"/>
              <a:cs typeface="Times New Roman" panose="02020603050405020304" pitchFamily="18" charset="0"/>
            </a:endParaRPr>
          </a:p>
        </p:txBody>
      </p:sp>
      <p:pic>
        <p:nvPicPr>
          <p:cNvPr id="2097160" name="Picture 3"/>
          <p:cNvPicPr>
            <a:picLocks noChangeAspect="1"/>
          </p:cNvPicPr>
          <p:nvPr/>
        </p:nvPicPr>
        <p:blipFill>
          <a:blip xmlns:r="http://schemas.openxmlformats.org/officeDocument/2006/relationships" r:embed="rId1"/>
          <a:stretch>
            <a:fillRect/>
          </a:stretch>
        </p:blipFill>
        <p:spPr>
          <a:xfrm>
            <a:off x="189719" y="1499138"/>
            <a:ext cx="4026146" cy="3496374"/>
          </a:xfrm>
          <a:prstGeom prst="rect"/>
        </p:spPr>
      </p:pic>
      <p:pic>
        <p:nvPicPr>
          <p:cNvPr id="2097161" name="Picture 4"/>
          <p:cNvPicPr>
            <a:picLocks noChangeAspect="1"/>
          </p:cNvPicPr>
          <p:nvPr/>
        </p:nvPicPr>
        <p:blipFill>
          <a:blip xmlns:r="http://schemas.openxmlformats.org/officeDocument/2006/relationships" r:embed="rId2"/>
          <a:stretch>
            <a:fillRect/>
          </a:stretch>
        </p:blipFill>
        <p:spPr>
          <a:xfrm>
            <a:off x="4423323" y="1499138"/>
            <a:ext cx="3912155" cy="3570702"/>
          </a:xfrm>
          <a:prstGeom prst="rect"/>
        </p:spPr>
      </p:pic>
      <p:pic>
        <p:nvPicPr>
          <p:cNvPr id="2097162" name="Picture 5"/>
          <p:cNvPicPr>
            <a:picLocks noChangeAspect="1"/>
          </p:cNvPicPr>
          <p:nvPr/>
        </p:nvPicPr>
        <p:blipFill>
          <a:blip xmlns:r="http://schemas.openxmlformats.org/officeDocument/2006/relationships" r:embed="rId3"/>
          <a:stretch>
            <a:fillRect/>
          </a:stretch>
        </p:blipFill>
        <p:spPr>
          <a:xfrm>
            <a:off x="8676641" y="1499138"/>
            <a:ext cx="3322320" cy="3570702"/>
          </a:xfrm>
          <a:prstGeom prst="rect"/>
        </p:spPr>
      </p:pic>
      <p:sp>
        <p:nvSpPr>
          <p:cNvPr id="1048612" name="Slide Number Placeholder 1"/>
          <p:cNvSpPr>
            <a:spLocks noGrp="1"/>
          </p:cNvSpPr>
          <p:nvPr>
            <p:ph type="sldNum" sz="quarter" idx="12"/>
          </p:nvPr>
        </p:nvSpPr>
        <p:spPr/>
        <p:txBody>
          <a:bodyPr/>
          <a:p>
            <a:fld id="{157A204F-D74D-4F05-A4FE-D7F1F4F4B8CD}" type="slidenum">
              <a:rPr lang="en-IN" smtClean="0"/>
              <a:t>6</a:t>
            </a:fld>
            <a:endParaRPr lang="en-IN"/>
          </a:p>
        </p:txBody>
      </p:sp>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48611">
                                            <p:txEl>
                                              <p:pRg st="2" end="2"/>
                                            </p:txEl>
                                          </p:spTgt>
                                        </p:tgtEl>
                                        <p:attrNameLst>
                                          <p:attrName>style.visibility</p:attrName>
                                        </p:attrNameLst>
                                      </p:cBhvr>
                                      <p:to>
                                        <p:strVal val="visible"/>
                                      </p:to>
                                    </p:set>
                                    <p:animEffect transition="in" filter="fade">
                                      <p:cBhvr>
                                        <p:cTn dur="500" id="7"/>
                                        <p:tgtEl>
                                          <p:spTgt spid="1048611">
                                            <p:txEl>
                                              <p:pRg st="2" end="2"/>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 presetSubtype="0">
                                  <p:stCondLst>
                                    <p:cond delay="0"/>
                                  </p:stCondLst>
                                  <p:childTnLst>
                                    <p:set>
                                      <p:cBhvr>
                                        <p:cTn dur="1" fill="hold" id="11">
                                          <p:stCondLst>
                                            <p:cond delay="0"/>
                                          </p:stCondLst>
                                        </p:cTn>
                                        <p:tgtEl>
                                          <p:spTgt spid="2097160"/>
                                        </p:tgtEl>
                                        <p:attrNameLst>
                                          <p:attrName>style.visibility</p:attrName>
                                        </p:attrNameLst>
                                      </p:cBhvr>
                                      <p:to>
                                        <p:strVal val="visible"/>
                                      </p:to>
                                    </p:set>
                                  </p:childTnLst>
                                </p:cTn>
                              </p:par>
                            </p:childTnLst>
                          </p:cTn>
                        </p:par>
                      </p:childTnLst>
                    </p:cTn>
                  </p:par>
                  <p:par>
                    <p:cTn fill="hold" id="12">
                      <p:stCondLst>
                        <p:cond delay="indefinite"/>
                      </p:stCondLst>
                      <p:childTnLst>
                        <p:par>
                          <p:cTn fill="hold" id="13">
                            <p:stCondLst>
                              <p:cond delay="0"/>
                            </p:stCondLst>
                            <p:childTnLst>
                              <p:par>
                                <p:cTn fill="hold" id="14" nodeType="clickEffect" presetClass="entr" presetID="1" presetSubtype="0">
                                  <p:stCondLst>
                                    <p:cond delay="0"/>
                                  </p:stCondLst>
                                  <p:childTnLst>
                                    <p:set>
                                      <p:cBhvr>
                                        <p:cTn dur="1" fill="hold" id="15">
                                          <p:stCondLst>
                                            <p:cond delay="0"/>
                                          </p:stCondLst>
                                        </p:cTn>
                                        <p:tgtEl>
                                          <p:spTgt spid="2097161"/>
                                        </p:tgtEl>
                                        <p:attrNameLst>
                                          <p:attrName>style.visibility</p:attrName>
                                        </p:attrNameLst>
                                      </p:cBhvr>
                                      <p:to>
                                        <p:strVal val="visible"/>
                                      </p:to>
                                    </p:set>
                                  </p:childTnLst>
                                </p:cTn>
                              </p:par>
                            </p:childTnLst>
                          </p:cTn>
                        </p:par>
                      </p:childTnLst>
                    </p:cTn>
                  </p:par>
                  <p:par>
                    <p:cTn fill="hold" id="16">
                      <p:stCondLst>
                        <p:cond delay="indefinite"/>
                      </p:stCondLst>
                      <p:childTnLst>
                        <p:par>
                          <p:cTn fill="hold" id="17">
                            <p:stCondLst>
                              <p:cond delay="0"/>
                            </p:stCondLst>
                            <p:childTnLst>
                              <p:par>
                                <p:cTn fill="hold" id="18" nodeType="clickEffect" presetClass="entr" presetID="1" presetSubtype="0">
                                  <p:stCondLst>
                                    <p:cond delay="0"/>
                                  </p:stCondLst>
                                  <p:childTnLst>
                                    <p:set>
                                      <p:cBhvr>
                                        <p:cTn dur="1" fill="hold" id="19">
                                          <p:stCondLst>
                                            <p:cond delay="0"/>
                                          </p:stCondLst>
                                        </p:cTn>
                                        <p:tgtEl>
                                          <p:spTgt spid="2097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13" name="Content Placeholder 2"/>
          <p:cNvSpPr>
            <a:spLocks noGrp="1"/>
          </p:cNvSpPr>
          <p:nvPr>
            <p:ph idx="1"/>
          </p:nvPr>
        </p:nvSpPr>
        <p:spPr>
          <a:xfrm>
            <a:off x="162560" y="152400"/>
            <a:ext cx="11866880" cy="6573520"/>
          </a:xfrm>
        </p:spPr>
        <p:txBody>
          <a:bodyPr/>
          <a:p>
            <a:pPr indent="0" marL="0">
              <a:buNone/>
            </a:pPr>
            <a:r>
              <a:rPr dirty="0" lang="en-IN" smtClean="0"/>
              <a:t>   </a:t>
            </a:r>
            <a:endParaRPr dirty="0" sz="2400" lang="en-IN" smtClean="0">
              <a:latin typeface="Times New Roman" panose="02020603050405020304" pitchFamily="18" charset="0"/>
              <a:cs typeface="Times New Roman" panose="02020603050405020304" pitchFamily="18" charset="0"/>
            </a:endParaRPr>
          </a:p>
          <a:p>
            <a:pPr indent="0" marL="0">
              <a:buNone/>
            </a:pPr>
            <a:r>
              <a:rPr dirty="0" sz="1800" lang="en-IN" smtClean="0">
                <a:latin typeface="Times New Roman" panose="02020603050405020304" pitchFamily="18" charset="0"/>
                <a:cs typeface="Times New Roman" panose="02020603050405020304" pitchFamily="18" charset="0"/>
              </a:rPr>
              <a:t>                              HEAT MAP                                                                                                  PAIR PLOT</a:t>
            </a:r>
            <a:endParaRPr dirty="0" sz="2400" lang="en-IN">
              <a:latin typeface="Times New Roman" panose="02020603050405020304" pitchFamily="18" charset="0"/>
              <a:cs typeface="Times New Roman" panose="02020603050405020304" pitchFamily="18" charset="0"/>
            </a:endParaRPr>
          </a:p>
        </p:txBody>
      </p:sp>
      <p:pic>
        <p:nvPicPr>
          <p:cNvPr id="2097163" name="Picture 3"/>
          <p:cNvPicPr>
            <a:picLocks noChangeAspect="1"/>
          </p:cNvPicPr>
          <p:nvPr/>
        </p:nvPicPr>
        <p:blipFill>
          <a:blip xmlns:r="http://schemas.openxmlformats.org/officeDocument/2006/relationships" r:embed="rId1"/>
          <a:stretch>
            <a:fillRect/>
          </a:stretch>
        </p:blipFill>
        <p:spPr>
          <a:xfrm>
            <a:off x="525672" y="1214023"/>
            <a:ext cx="5326488" cy="4851497"/>
          </a:xfrm>
          <a:prstGeom prst="rect"/>
        </p:spPr>
      </p:pic>
      <p:pic>
        <p:nvPicPr>
          <p:cNvPr id="2097164" name="Picture 4"/>
          <p:cNvPicPr>
            <a:picLocks noChangeAspect="1"/>
          </p:cNvPicPr>
          <p:nvPr/>
        </p:nvPicPr>
        <p:blipFill>
          <a:blip xmlns:r="http://schemas.openxmlformats.org/officeDocument/2006/relationships" r:embed="rId2"/>
          <a:stretch>
            <a:fillRect/>
          </a:stretch>
        </p:blipFill>
        <p:spPr>
          <a:xfrm>
            <a:off x="6215272" y="1214022"/>
            <a:ext cx="5657919" cy="4851498"/>
          </a:xfrm>
          <a:prstGeom prst="rect"/>
        </p:spPr>
      </p:pic>
      <p:sp>
        <p:nvSpPr>
          <p:cNvPr id="1048614" name="Slide Number Placeholder 1"/>
          <p:cNvSpPr>
            <a:spLocks noGrp="1"/>
          </p:cNvSpPr>
          <p:nvPr>
            <p:ph type="sldNum" sz="quarter" idx="12"/>
          </p:nvPr>
        </p:nvSpPr>
        <p:spPr/>
        <p:txBody>
          <a:bodyPr/>
          <a:p>
            <a:fld id="{157A204F-D74D-4F05-A4FE-D7F1F4F4B8CD}" type="slidenum">
              <a:rPr lang="en-IN" smtClean="0"/>
              <a:t>7</a:t>
            </a:fld>
            <a:endParaRPr lang="en-IN"/>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1048613">
                                            <p:txEl>
                                              <p:pRg st="1" end="1"/>
                                            </p:txEl>
                                          </p:spTgt>
                                        </p:tgtEl>
                                        <p:attrNameLst>
                                          <p:attrName>style.visibility</p:attrName>
                                        </p:attrNameLst>
                                      </p:cBhvr>
                                      <p:to>
                                        <p:strVal val="visible"/>
                                      </p:to>
                                    </p:set>
                                    <p:animEffect transition="in" filter="fade">
                                      <p:cBhvr>
                                        <p:cTn dur="500" id="7"/>
                                        <p:tgtEl>
                                          <p:spTgt spid="1048613">
                                            <p:txEl>
                                              <p:pRg st="1" end="1"/>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 presetSubtype="0">
                                  <p:stCondLst>
                                    <p:cond delay="0"/>
                                  </p:stCondLst>
                                  <p:childTnLst>
                                    <p:set>
                                      <p:cBhvr>
                                        <p:cTn dur="1" fill="hold" id="11">
                                          <p:stCondLst>
                                            <p:cond delay="0"/>
                                          </p:stCondLst>
                                        </p:cTn>
                                        <p:tgtEl>
                                          <p:spTgt spid="2097163"/>
                                        </p:tgtEl>
                                        <p:attrNameLst>
                                          <p:attrName>style.visibility</p:attrName>
                                        </p:attrNameLst>
                                      </p:cBhvr>
                                      <p:to>
                                        <p:strVal val="visible"/>
                                      </p:to>
                                    </p:set>
                                  </p:childTnLst>
                                </p:cTn>
                              </p:par>
                            </p:childTnLst>
                          </p:cTn>
                        </p:par>
                      </p:childTnLst>
                    </p:cTn>
                  </p:par>
                  <p:par>
                    <p:cTn fill="hold" id="12">
                      <p:stCondLst>
                        <p:cond delay="indefinite"/>
                      </p:stCondLst>
                      <p:childTnLst>
                        <p:par>
                          <p:cTn fill="hold" id="13">
                            <p:stCondLst>
                              <p:cond delay="0"/>
                            </p:stCondLst>
                            <p:childTnLst>
                              <p:par>
                                <p:cTn fill="hold" id="14" nodeType="clickEffect" presetClass="entr" presetID="1" presetSubtype="0">
                                  <p:stCondLst>
                                    <p:cond delay="0"/>
                                  </p:stCondLst>
                                  <p:childTnLst>
                                    <p:set>
                                      <p:cBhvr>
                                        <p:cTn dur="1" fill="hold" id="15">
                                          <p:stCondLst>
                                            <p:cond delay="0"/>
                                          </p:stCondLst>
                                        </p:cTn>
                                        <p:tgtEl>
                                          <p:spTgt spid="2097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15" name="Content Placeholder 2"/>
          <p:cNvSpPr>
            <a:spLocks noGrp="1"/>
          </p:cNvSpPr>
          <p:nvPr>
            <p:ph idx="1"/>
          </p:nvPr>
        </p:nvSpPr>
        <p:spPr>
          <a:xfrm>
            <a:off x="91440" y="81280"/>
            <a:ext cx="11988800" cy="6776720"/>
          </a:xfrm>
        </p:spPr>
        <p:txBody>
          <a:bodyPr/>
          <a:p>
            <a:pPr indent="0" marL="0">
              <a:buNone/>
            </a:pPr>
            <a:endParaRPr dirty="0" lang="en-IN" smtClean="0">
              <a:solidFill>
                <a:srgbClr val="FCF862"/>
              </a:solidFill>
              <a:latin typeface="Times New Roman" panose="02020603050405020304" pitchFamily="18" charset="0"/>
              <a:cs typeface="Times New Roman" panose="02020603050405020304" pitchFamily="18" charset="0"/>
            </a:endParaRPr>
          </a:p>
          <a:p>
            <a:pPr indent="0" marL="0">
              <a:buNone/>
            </a:pPr>
            <a:endParaRPr dirty="0" lang="en-IN" smtClean="0">
              <a:solidFill>
                <a:srgbClr val="FCF862"/>
              </a:solidFill>
              <a:latin typeface="Times New Roman" panose="02020603050405020304" pitchFamily="18" charset="0"/>
              <a:cs typeface="Times New Roman" panose="02020603050405020304" pitchFamily="18" charset="0"/>
            </a:endParaRPr>
          </a:p>
          <a:p>
            <a:pPr indent="0" marL="0">
              <a:buNone/>
            </a:pPr>
            <a:endParaRPr dirty="0" lang="en-IN" smtClean="0">
              <a:solidFill>
                <a:srgbClr val="FCF862"/>
              </a:solidFill>
              <a:latin typeface="Times New Roman" panose="02020603050405020304" pitchFamily="18" charset="0"/>
              <a:cs typeface="Times New Roman" panose="02020603050405020304" pitchFamily="18" charset="0"/>
            </a:endParaRPr>
          </a:p>
          <a:p>
            <a:pPr indent="0" marL="0">
              <a:buNone/>
            </a:pPr>
            <a:endParaRPr dirty="0" lang="en-IN" smtClean="0">
              <a:solidFill>
                <a:srgbClr val="FCF862"/>
              </a:solidFill>
              <a:latin typeface="Times New Roman" panose="02020603050405020304" pitchFamily="18" charset="0"/>
              <a:cs typeface="Times New Roman" panose="02020603050405020304" pitchFamily="18" charset="0"/>
            </a:endParaRPr>
          </a:p>
          <a:p>
            <a:pPr indent="0" marL="0">
              <a:buNone/>
            </a:pPr>
            <a:endParaRPr dirty="0" lang="en-IN" smtClean="0">
              <a:solidFill>
                <a:srgbClr val="FCF862"/>
              </a:solidFill>
              <a:latin typeface="Times New Roman" panose="02020603050405020304" pitchFamily="18" charset="0"/>
              <a:cs typeface="Times New Roman" panose="02020603050405020304" pitchFamily="18" charset="0"/>
            </a:endParaRPr>
          </a:p>
          <a:p>
            <a:pPr indent="0" marL="0">
              <a:buNone/>
            </a:pPr>
            <a:endParaRPr dirty="0" lang="en-IN" smtClean="0">
              <a:solidFill>
                <a:srgbClr val="FCF862"/>
              </a:solidFill>
              <a:latin typeface="Times New Roman" panose="02020603050405020304" pitchFamily="18" charset="0"/>
              <a:cs typeface="Times New Roman" panose="02020603050405020304" pitchFamily="18" charset="0"/>
            </a:endParaRPr>
          </a:p>
          <a:p>
            <a:pPr indent="0" marL="0">
              <a:buNone/>
            </a:pPr>
            <a:r>
              <a:rPr dirty="0" sz="2400" lang="en-IN" smtClean="0">
                <a:solidFill>
                  <a:srgbClr val="FCF862"/>
                </a:solidFill>
                <a:latin typeface="Times New Roman" panose="02020603050405020304" pitchFamily="18" charset="0"/>
                <a:cs typeface="Times New Roman" panose="02020603050405020304" pitchFamily="18" charset="0"/>
              </a:rPr>
              <a:t>MACHINE LEARNING</a:t>
            </a:r>
          </a:p>
          <a:p>
            <a:pPr indent="0" marL="0">
              <a:buNone/>
            </a:pPr>
            <a:r>
              <a:rPr dirty="0" sz="2400" lang="en-IN" smtClean="0">
                <a:solidFill>
                  <a:srgbClr val="FCF862"/>
                </a:solidFill>
                <a:latin typeface="Times New Roman" panose="02020603050405020304" pitchFamily="18" charset="0"/>
                <a:cs typeface="Times New Roman" panose="02020603050405020304" pitchFamily="18" charset="0"/>
              </a:rPr>
              <a:t>-ALGORITHMS</a:t>
            </a:r>
            <a:endParaRPr dirty="0" lang="en-IN">
              <a:solidFill>
                <a:srgbClr val="FCF862"/>
              </a:solidFill>
              <a:latin typeface="Times New Roman" panose="02020603050405020304" pitchFamily="18" charset="0"/>
              <a:cs typeface="Times New Roman" panose="02020603050405020304" pitchFamily="18" charset="0"/>
            </a:endParaRPr>
          </a:p>
        </p:txBody>
      </p:sp>
      <p:sp>
        <p:nvSpPr>
          <p:cNvPr id="1048616" name="Rectangle 3"/>
          <p:cNvSpPr/>
          <p:nvPr/>
        </p:nvSpPr>
        <p:spPr>
          <a:xfrm>
            <a:off x="91440" y="3078480"/>
            <a:ext cx="3332480" cy="993006"/>
          </a:xfrm>
          <a:prstGeom prst="rect"/>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p>
        </p:txBody>
      </p:sp>
      <p:cxnSp>
        <p:nvCxnSpPr>
          <p:cNvPr id="3145731" name="Straight Arrow Connector 5"/>
          <p:cNvCxnSpPr>
            <a:cxnSpLocks/>
          </p:cNvCxnSpPr>
          <p:nvPr/>
        </p:nvCxnSpPr>
        <p:spPr>
          <a:xfrm flipV="1">
            <a:off x="3423920" y="1778000"/>
            <a:ext cx="1645920" cy="1300480"/>
          </a:xfrm>
          <a:prstGeom prst="straightConnector1"/>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732" name="Straight Arrow Connector 7"/>
          <p:cNvCxnSpPr>
            <a:cxnSpLocks/>
          </p:cNvCxnSpPr>
          <p:nvPr/>
        </p:nvCxnSpPr>
        <p:spPr>
          <a:xfrm>
            <a:off x="3423920" y="3728720"/>
            <a:ext cx="1838960" cy="751840"/>
          </a:xfrm>
          <a:prstGeom prst="straightConnector1"/>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8617" name="Rectangle 8"/>
          <p:cNvSpPr/>
          <p:nvPr/>
        </p:nvSpPr>
        <p:spPr>
          <a:xfrm>
            <a:off x="5069840" y="1529080"/>
            <a:ext cx="2651760" cy="497840"/>
          </a:xfrm>
          <a:prstGeom prst="rect"/>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p>
        </p:txBody>
      </p:sp>
      <p:sp>
        <p:nvSpPr>
          <p:cNvPr id="1048618" name="Rectangle 9"/>
          <p:cNvSpPr/>
          <p:nvPr/>
        </p:nvSpPr>
        <p:spPr>
          <a:xfrm>
            <a:off x="5262880" y="4269740"/>
            <a:ext cx="2661920" cy="474980"/>
          </a:xfrm>
          <a:prstGeom prst="rect"/>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p>
        </p:txBody>
      </p:sp>
      <p:sp>
        <p:nvSpPr>
          <p:cNvPr id="1048619" name="TextBox 10"/>
          <p:cNvSpPr txBox="1"/>
          <p:nvPr/>
        </p:nvSpPr>
        <p:spPr>
          <a:xfrm>
            <a:off x="5080000" y="1547167"/>
            <a:ext cx="2651760" cy="461665"/>
          </a:xfrm>
          <a:prstGeom prst="rect"/>
          <a:noFill/>
        </p:spPr>
        <p:txBody>
          <a:bodyPr rtlCol="0" wrap="square">
            <a:spAutoFit/>
          </a:bodyPr>
          <a:p>
            <a:pPr algn="ctr"/>
            <a:r>
              <a:rPr dirty="0" sz="2400" lang="en-IN" smtClean="0">
                <a:latin typeface="Times New Roman" panose="02020603050405020304" pitchFamily="18" charset="0"/>
                <a:cs typeface="Times New Roman" panose="02020603050405020304" pitchFamily="18" charset="0"/>
              </a:rPr>
              <a:t>REGRESSION</a:t>
            </a:r>
            <a:endParaRPr dirty="0" lang="en-IN">
              <a:latin typeface="Times New Roman" panose="02020603050405020304" pitchFamily="18" charset="0"/>
              <a:cs typeface="Times New Roman" panose="02020603050405020304" pitchFamily="18" charset="0"/>
            </a:endParaRPr>
          </a:p>
        </p:txBody>
      </p:sp>
      <p:sp>
        <p:nvSpPr>
          <p:cNvPr id="1048620" name="TextBox 11"/>
          <p:cNvSpPr txBox="1"/>
          <p:nvPr/>
        </p:nvSpPr>
        <p:spPr>
          <a:xfrm>
            <a:off x="5262880" y="4277360"/>
            <a:ext cx="2672080" cy="461665"/>
          </a:xfrm>
          <a:prstGeom prst="rect"/>
          <a:noFill/>
        </p:spPr>
        <p:txBody>
          <a:bodyPr rtlCol="0" wrap="square">
            <a:spAutoFit/>
          </a:bodyPr>
          <a:p>
            <a:r>
              <a:rPr dirty="0" sz="2400" lang="en-IN" smtClean="0">
                <a:latin typeface="Times New Roman" panose="02020603050405020304" pitchFamily="18" charset="0"/>
                <a:cs typeface="Times New Roman" panose="02020603050405020304" pitchFamily="18" charset="0"/>
              </a:rPr>
              <a:t>CLASSIFICATION</a:t>
            </a:r>
            <a:endParaRPr dirty="0" lang="en-IN">
              <a:latin typeface="Times New Roman" panose="02020603050405020304" pitchFamily="18" charset="0"/>
              <a:cs typeface="Times New Roman" panose="02020603050405020304" pitchFamily="18" charset="0"/>
            </a:endParaRPr>
          </a:p>
        </p:txBody>
      </p:sp>
      <p:sp>
        <p:nvSpPr>
          <p:cNvPr id="1048621" name="Right Arrow 12"/>
          <p:cNvSpPr/>
          <p:nvPr/>
        </p:nvSpPr>
        <p:spPr>
          <a:xfrm rot="1724898">
            <a:off x="7716520" y="1877755"/>
            <a:ext cx="1046480" cy="797560"/>
          </a:xfrm>
          <a:prstGeom prst="rightArrow"/>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p>
        </p:txBody>
      </p:sp>
      <p:sp>
        <p:nvSpPr>
          <p:cNvPr id="1048622" name="Right Arrow 13"/>
          <p:cNvSpPr/>
          <p:nvPr/>
        </p:nvSpPr>
        <p:spPr>
          <a:xfrm rot="19623221">
            <a:off x="7601758" y="3370167"/>
            <a:ext cx="1064886" cy="865903"/>
          </a:xfrm>
          <a:prstGeom prst="rightArrow"/>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p>
        </p:txBody>
      </p:sp>
      <p:sp>
        <p:nvSpPr>
          <p:cNvPr id="1048623" name="Rectangle 14"/>
          <p:cNvSpPr/>
          <p:nvPr/>
        </p:nvSpPr>
        <p:spPr>
          <a:xfrm>
            <a:off x="9032240" y="1290320"/>
            <a:ext cx="3048000" cy="4236720"/>
          </a:xfrm>
          <a:prstGeom prst="rect"/>
          <a:no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p>
        </p:txBody>
      </p:sp>
      <p:sp>
        <p:nvSpPr>
          <p:cNvPr id="1048624" name="TextBox 15"/>
          <p:cNvSpPr txBox="1"/>
          <p:nvPr/>
        </p:nvSpPr>
        <p:spPr>
          <a:xfrm>
            <a:off x="9022080" y="1300480"/>
            <a:ext cx="3058160" cy="3558540"/>
          </a:xfrm>
          <a:prstGeom prst="rect"/>
          <a:noFill/>
        </p:spPr>
        <p:txBody>
          <a:bodyPr rtlCol="0" wrap="square">
            <a:spAutoFit/>
          </a:bodyPr>
          <a:p>
            <a:r>
              <a:rPr dirty="0" sz="2400" lang="en-IN" smtClean="0">
                <a:solidFill>
                  <a:srgbClr val="FCF862"/>
                </a:solidFill>
                <a:latin typeface="Times New Roman" panose="02020603050405020304" pitchFamily="18" charset="0"/>
                <a:cs typeface="Times New Roman" panose="02020603050405020304" pitchFamily="18" charset="0"/>
              </a:rPr>
              <a:t>LOGISTIC/LINEAR</a:t>
            </a:r>
          </a:p>
          <a:p>
            <a:r>
              <a:rPr dirty="0" sz="2400" lang="en-IN" smtClean="0">
                <a:solidFill>
                  <a:srgbClr val="FCF862"/>
                </a:solidFill>
                <a:latin typeface="Times New Roman" panose="02020603050405020304" pitchFamily="18" charset="0"/>
                <a:cs typeface="Times New Roman" panose="02020603050405020304" pitchFamily="18" charset="0"/>
              </a:rPr>
              <a:t>SVM/SVC</a:t>
            </a:r>
          </a:p>
          <a:p>
            <a:r>
              <a:rPr dirty="0" sz="2400" lang="en-IN" smtClean="0">
                <a:solidFill>
                  <a:srgbClr val="FCF862"/>
                </a:solidFill>
                <a:latin typeface="Times New Roman" panose="02020603050405020304" pitchFamily="18" charset="0"/>
                <a:cs typeface="Times New Roman" panose="02020603050405020304" pitchFamily="18" charset="0"/>
              </a:rPr>
              <a:t>DECISION TREE</a:t>
            </a:r>
            <a:br>
              <a:rPr dirty="0" sz="2400" lang="en-IN" smtClean="0">
                <a:solidFill>
                  <a:srgbClr val="FCF862"/>
                </a:solidFill>
                <a:latin typeface="Times New Roman" panose="02020603050405020304" pitchFamily="18" charset="0"/>
                <a:cs typeface="Times New Roman" panose="02020603050405020304" pitchFamily="18" charset="0"/>
              </a:rPr>
            </a:br>
            <a:r>
              <a:rPr dirty="0" sz="2400" lang="en-IN" smtClean="0">
                <a:solidFill>
                  <a:srgbClr val="FCF862"/>
                </a:solidFill>
                <a:latin typeface="Times New Roman" panose="02020603050405020304" pitchFamily="18" charset="0"/>
                <a:cs typeface="Times New Roman" panose="02020603050405020304" pitchFamily="18" charset="0"/>
              </a:rPr>
              <a:t>RANDOM FOREST</a:t>
            </a:r>
          </a:p>
          <a:p>
            <a:r>
              <a:rPr dirty="0" sz="2400" lang="en-IN" smtClean="0">
                <a:solidFill>
                  <a:srgbClr val="FCF862"/>
                </a:solidFill>
                <a:latin typeface="Times New Roman" panose="02020603050405020304" pitchFamily="18" charset="0"/>
                <a:cs typeface="Times New Roman" panose="02020603050405020304" pitchFamily="18" charset="0"/>
              </a:rPr>
              <a:t>NAÏVE BAYES</a:t>
            </a:r>
          </a:p>
          <a:p>
            <a:r>
              <a:rPr dirty="0" sz="2400" lang="en-IN" smtClean="0">
                <a:solidFill>
                  <a:srgbClr val="FCF862"/>
                </a:solidFill>
                <a:latin typeface="Times New Roman" panose="02020603050405020304" pitchFamily="18" charset="0"/>
                <a:cs typeface="Times New Roman" panose="02020603050405020304" pitchFamily="18" charset="0"/>
              </a:rPr>
              <a:t>KNN</a:t>
            </a:r>
          </a:p>
          <a:p>
            <a:r>
              <a:rPr dirty="0" sz="2400" lang="en-IN" smtClean="0">
                <a:solidFill>
                  <a:srgbClr val="FCF862"/>
                </a:solidFill>
                <a:latin typeface="Times New Roman" panose="02020603050405020304" pitchFamily="18" charset="0"/>
                <a:cs typeface="Times New Roman" panose="02020603050405020304" pitchFamily="18" charset="0"/>
              </a:rPr>
              <a:t>ADA BOOST</a:t>
            </a:r>
          </a:p>
          <a:p>
            <a:r>
              <a:rPr dirty="0" sz="2400" lang="en-IN" err="1" smtClean="0">
                <a:solidFill>
                  <a:srgbClr val="FCF862"/>
                </a:solidFill>
                <a:latin typeface="Times New Roman" panose="02020603050405020304" pitchFamily="18" charset="0"/>
                <a:cs typeface="Times New Roman" panose="02020603050405020304" pitchFamily="18" charset="0"/>
              </a:rPr>
              <a:t>Xg</a:t>
            </a:r>
            <a:r>
              <a:rPr dirty="0" sz="2400" lang="en-IN" smtClean="0">
                <a:solidFill>
                  <a:srgbClr val="FCF862"/>
                </a:solidFill>
                <a:latin typeface="Times New Roman" panose="02020603050405020304" pitchFamily="18" charset="0"/>
                <a:cs typeface="Times New Roman" panose="02020603050405020304" pitchFamily="18" charset="0"/>
              </a:rPr>
              <a:t> BOOST</a:t>
            </a:r>
          </a:p>
          <a:p>
            <a:r>
              <a:rPr dirty="0" sz="2400" lang="en-IN" smtClean="0">
                <a:solidFill>
                  <a:srgbClr val="FCF862"/>
                </a:solidFill>
                <a:latin typeface="Times New Roman" panose="02020603050405020304" pitchFamily="18" charset="0"/>
                <a:cs typeface="Times New Roman" panose="02020603050405020304" pitchFamily="18" charset="0"/>
              </a:rPr>
              <a:t>NEURAL NETWORK</a:t>
            </a:r>
          </a:p>
          <a:p>
            <a:endParaRPr dirty="0" lang="en-IN"/>
          </a:p>
        </p:txBody>
      </p:sp>
      <p:sp>
        <p:nvSpPr>
          <p:cNvPr id="1048625" name="Slide Number Placeholder 1"/>
          <p:cNvSpPr>
            <a:spLocks noGrp="1"/>
          </p:cNvSpPr>
          <p:nvPr>
            <p:ph type="sldNum" sz="quarter" idx="12"/>
          </p:nvPr>
        </p:nvSpPr>
        <p:spPr/>
        <p:txBody>
          <a:bodyPr/>
          <a:p>
            <a:fld id="{157A204F-D74D-4F05-A4FE-D7F1F4F4B8CD}" type="slidenum">
              <a:rPr lang="en-IN" smtClean="0"/>
              <a:t>8</a:t>
            </a:fld>
            <a:endParaRPr lang="en-IN"/>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615">
                                            <p:txEl>
                                              <p:pRg st="6" end="6"/>
                                            </p:txEl>
                                          </p:spTgt>
                                        </p:tgtEl>
                                        <p:attrNameLst>
                                          <p:attrName>style.visibility</p:attrName>
                                        </p:attrNameLst>
                                      </p:cBhvr>
                                      <p:to>
                                        <p:strVal val="visible"/>
                                      </p:to>
                                    </p:set>
                                    <p:anim calcmode="lin" valueType="num">
                                      <p:cBhvr additive="base">
                                        <p:cTn dur="500" fill="hold" id="7"/>
                                        <p:tgtEl>
                                          <p:spTgt spid="1048615">
                                            <p:txEl>
                                              <p:pRg st="6" end="6"/>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15">
                                            <p:txEl>
                                              <p:pRg st="6" end="6"/>
                                            </p:txEl>
                                          </p:spTgt>
                                        </p:tgtEl>
                                        <p:attrNameLst>
                                          <p:attrName>ppt_y</p:attrName>
                                        </p:attrNameLst>
                                      </p:cBhvr>
                                      <p:tavLst>
                                        <p:tav tm="0">
                                          <p:val>
                                            <p:strVal val="1+#ppt_h/2"/>
                                          </p:val>
                                        </p:tav>
                                        <p:tav tm="100000">
                                          <p:val>
                                            <p:strVal val="#ppt_y"/>
                                          </p:val>
                                        </p:tav>
                                      </p:tavLst>
                                    </p:anim>
                                  </p:childTnLst>
                                </p:cTn>
                              </p:par>
                              <p:par>
                                <p:cTn fill="hold" id="9" nodeType="withEffect" presetClass="entr" presetID="2" presetSubtype="4">
                                  <p:stCondLst>
                                    <p:cond delay="0"/>
                                  </p:stCondLst>
                                  <p:childTnLst>
                                    <p:set>
                                      <p:cBhvr>
                                        <p:cTn dur="1" fill="hold" id="10">
                                          <p:stCondLst>
                                            <p:cond delay="0"/>
                                          </p:stCondLst>
                                        </p:cTn>
                                        <p:tgtEl>
                                          <p:spTgt spid="1048615">
                                            <p:txEl>
                                              <p:pRg st="7" end="7"/>
                                            </p:txEl>
                                          </p:spTgt>
                                        </p:tgtEl>
                                        <p:attrNameLst>
                                          <p:attrName>style.visibility</p:attrName>
                                        </p:attrNameLst>
                                      </p:cBhvr>
                                      <p:to>
                                        <p:strVal val="visible"/>
                                      </p:to>
                                    </p:set>
                                    <p:anim calcmode="lin" valueType="num">
                                      <p:cBhvr additive="base">
                                        <p:cTn dur="500" fill="hold" id="11"/>
                                        <p:tgtEl>
                                          <p:spTgt spid="1048615">
                                            <p:txEl>
                                              <p:pRg st="7" end="7"/>
                                            </p:txEl>
                                          </p:spTgt>
                                        </p:tgtEl>
                                        <p:attrNameLst>
                                          <p:attrName>ppt_x</p:attrName>
                                        </p:attrNameLst>
                                      </p:cBhvr>
                                      <p:tavLst>
                                        <p:tav tm="0">
                                          <p:val>
                                            <p:strVal val="#ppt_x"/>
                                          </p:val>
                                        </p:tav>
                                        <p:tav tm="100000">
                                          <p:val>
                                            <p:strVal val="#ppt_x"/>
                                          </p:val>
                                        </p:tav>
                                      </p:tavLst>
                                    </p:anim>
                                    <p:anim calcmode="lin" valueType="num">
                                      <p:cBhvr additive="base">
                                        <p:cTn dur="500" fill="hold" id="12"/>
                                        <p:tgtEl>
                                          <p:spTgt spid="104861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42" presetSubtype="0">
                                  <p:stCondLst>
                                    <p:cond delay="0"/>
                                  </p:stCondLst>
                                  <p:childTnLst>
                                    <p:set>
                                      <p:cBhvr>
                                        <p:cTn dur="1" fill="hold" id="16">
                                          <p:stCondLst>
                                            <p:cond delay="0"/>
                                          </p:stCondLst>
                                        </p:cTn>
                                        <p:tgtEl>
                                          <p:spTgt spid="1048619">
                                            <p:txEl>
                                              <p:pRg st="0" end="0"/>
                                            </p:txEl>
                                          </p:spTgt>
                                        </p:tgtEl>
                                        <p:attrNameLst>
                                          <p:attrName>style.visibility</p:attrName>
                                        </p:attrNameLst>
                                      </p:cBhvr>
                                      <p:to>
                                        <p:strVal val="visible"/>
                                      </p:to>
                                    </p:set>
                                    <p:animEffect transition="in" filter="fade">
                                      <p:cBhvr>
                                        <p:cTn dur="1000" id="17"/>
                                        <p:tgtEl>
                                          <p:spTgt spid="1048619">
                                            <p:txEl>
                                              <p:pRg st="0" end="0"/>
                                            </p:txEl>
                                          </p:spTgt>
                                        </p:tgtEl>
                                      </p:cBhvr>
                                    </p:animEffect>
                                    <p:anim calcmode="lin" valueType="num">
                                      <p:cBhvr>
                                        <p:cTn dur="1000" fill="hold" id="18"/>
                                        <p:tgtEl>
                                          <p:spTgt spid="1048619">
                                            <p:txEl>
                                              <p:pRg st="0" end="0"/>
                                            </p:txEl>
                                          </p:spTgt>
                                        </p:tgtEl>
                                        <p:attrNameLst>
                                          <p:attrName>ppt_x</p:attrName>
                                        </p:attrNameLst>
                                      </p:cBhvr>
                                      <p:tavLst>
                                        <p:tav tm="0">
                                          <p:val>
                                            <p:strVal val="#ppt_x"/>
                                          </p:val>
                                        </p:tav>
                                        <p:tav tm="100000">
                                          <p:val>
                                            <p:strVal val="#ppt_x"/>
                                          </p:val>
                                        </p:tav>
                                      </p:tavLst>
                                    </p:anim>
                                    <p:anim calcmode="lin" valueType="num">
                                      <p:cBhvr>
                                        <p:cTn dur="1000" fill="hold" id="19"/>
                                        <p:tgtEl>
                                          <p:spTgt spid="10486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fill="hold" id="20">
                      <p:stCondLst>
                        <p:cond delay="indefinite"/>
                      </p:stCondLst>
                      <p:childTnLst>
                        <p:par>
                          <p:cTn fill="hold" id="21">
                            <p:stCondLst>
                              <p:cond delay="0"/>
                            </p:stCondLst>
                            <p:childTnLst>
                              <p:par>
                                <p:cTn fill="hold" id="22" nodeType="clickEffect" presetClass="entr" presetID="42" presetSubtype="0">
                                  <p:stCondLst>
                                    <p:cond delay="0"/>
                                  </p:stCondLst>
                                  <p:childTnLst>
                                    <p:set>
                                      <p:cBhvr>
                                        <p:cTn dur="1" fill="hold" id="23">
                                          <p:stCondLst>
                                            <p:cond delay="0"/>
                                          </p:stCondLst>
                                        </p:cTn>
                                        <p:tgtEl>
                                          <p:spTgt spid="1048620">
                                            <p:txEl>
                                              <p:pRg st="0" end="0"/>
                                            </p:txEl>
                                          </p:spTgt>
                                        </p:tgtEl>
                                        <p:attrNameLst>
                                          <p:attrName>style.visibility</p:attrName>
                                        </p:attrNameLst>
                                      </p:cBhvr>
                                      <p:to>
                                        <p:strVal val="visible"/>
                                      </p:to>
                                    </p:set>
                                    <p:animEffect transition="in" filter="fade">
                                      <p:cBhvr>
                                        <p:cTn dur="1000" id="24"/>
                                        <p:tgtEl>
                                          <p:spTgt spid="1048620">
                                            <p:txEl>
                                              <p:pRg st="0" end="0"/>
                                            </p:txEl>
                                          </p:spTgt>
                                        </p:tgtEl>
                                      </p:cBhvr>
                                    </p:animEffect>
                                    <p:anim calcmode="lin" valueType="num">
                                      <p:cBhvr>
                                        <p:cTn dur="1000" fill="hold" id="25"/>
                                        <p:tgtEl>
                                          <p:spTgt spid="1048620">
                                            <p:txEl>
                                              <p:pRg st="0" end="0"/>
                                            </p:txEl>
                                          </p:spTgt>
                                        </p:tgtEl>
                                        <p:attrNameLst>
                                          <p:attrName>ppt_x</p:attrName>
                                        </p:attrNameLst>
                                      </p:cBhvr>
                                      <p:tavLst>
                                        <p:tav tm="0">
                                          <p:val>
                                            <p:strVal val="#ppt_x"/>
                                          </p:val>
                                        </p:tav>
                                        <p:tav tm="100000">
                                          <p:val>
                                            <p:strVal val="#ppt_x"/>
                                          </p:val>
                                        </p:tav>
                                      </p:tavLst>
                                    </p:anim>
                                    <p:anim calcmode="lin" valueType="num">
                                      <p:cBhvr>
                                        <p:cTn dur="1000" fill="hold" id="26"/>
                                        <p:tgtEl>
                                          <p:spTgt spid="104862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42" presetSubtype="0">
                                  <p:stCondLst>
                                    <p:cond delay="0"/>
                                  </p:stCondLst>
                                  <p:childTnLst>
                                    <p:set>
                                      <p:cBhvr>
                                        <p:cTn dur="1" fill="hold" id="30">
                                          <p:stCondLst>
                                            <p:cond delay="0"/>
                                          </p:stCondLst>
                                        </p:cTn>
                                        <p:tgtEl>
                                          <p:spTgt spid="1048624"/>
                                        </p:tgtEl>
                                        <p:attrNameLst>
                                          <p:attrName>style.visibility</p:attrName>
                                        </p:attrNameLst>
                                      </p:cBhvr>
                                      <p:to>
                                        <p:strVal val="visible"/>
                                      </p:to>
                                    </p:set>
                                    <p:animEffect transition="in" filter="fade">
                                      <p:cBhvr>
                                        <p:cTn dur="1000" id="31"/>
                                        <p:tgtEl>
                                          <p:spTgt spid="1048624"/>
                                        </p:tgtEl>
                                      </p:cBhvr>
                                    </p:animEffect>
                                    <p:anim calcmode="lin" valueType="num">
                                      <p:cBhvr>
                                        <p:cTn dur="1000" fill="hold" id="32"/>
                                        <p:tgtEl>
                                          <p:spTgt spid="1048624"/>
                                        </p:tgtEl>
                                        <p:attrNameLst>
                                          <p:attrName>ppt_x</p:attrName>
                                        </p:attrNameLst>
                                      </p:cBhvr>
                                      <p:tavLst>
                                        <p:tav tm="0">
                                          <p:val>
                                            <p:strVal val="#ppt_x"/>
                                          </p:val>
                                        </p:tav>
                                        <p:tav tm="100000">
                                          <p:val>
                                            <p:strVal val="#ppt_x"/>
                                          </p:val>
                                        </p:tav>
                                      </p:tavLst>
                                    </p:anim>
                                    <p:anim calcmode="lin" valueType="num">
                                      <p:cBhvr>
                                        <p:cTn dur="1000" fill="hold" id="33"/>
                                        <p:tgtEl>
                                          <p:spTgt spid="10486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6" name="Content Placeholder 2"/>
          <p:cNvSpPr>
            <a:spLocks noGrp="1"/>
          </p:cNvSpPr>
          <p:nvPr>
            <p:ph idx="1"/>
          </p:nvPr>
        </p:nvSpPr>
        <p:spPr>
          <a:xfrm>
            <a:off x="142240" y="121920"/>
            <a:ext cx="11826240" cy="6604000"/>
          </a:xfrm>
        </p:spPr>
        <p:txBody>
          <a:bodyPr>
            <a:normAutofit/>
          </a:bodyPr>
          <a:p>
            <a:pPr indent="0" marL="0">
              <a:buNone/>
            </a:pPr>
            <a:r>
              <a:rPr dirty="0" sz="3200" lang="en-IN" smtClean="0">
                <a:solidFill>
                  <a:srgbClr val="FCF862"/>
                </a:solidFill>
                <a:latin typeface="Times New Roman" panose="02020603050405020304" pitchFamily="18" charset="0"/>
                <a:cs typeface="Times New Roman" panose="02020603050405020304" pitchFamily="18" charset="0"/>
              </a:rPr>
              <a:t>REGRESSION (80-20)</a:t>
            </a:r>
          </a:p>
        </p:txBody>
      </p:sp>
      <p:pic>
        <p:nvPicPr>
          <p:cNvPr id="2097165" name="Picture 7"/>
          <p:cNvPicPr>
            <a:picLocks noChangeAspect="1"/>
          </p:cNvPicPr>
          <p:nvPr/>
        </p:nvPicPr>
        <p:blipFill>
          <a:blip xmlns:r="http://schemas.openxmlformats.org/officeDocument/2006/relationships" r:embed="rId1"/>
          <a:stretch>
            <a:fillRect/>
          </a:stretch>
        </p:blipFill>
        <p:spPr>
          <a:xfrm>
            <a:off x="4876467" y="1695397"/>
            <a:ext cx="5998962" cy="3882443"/>
          </a:xfrm>
          <a:prstGeom prst="rect"/>
        </p:spPr>
      </p:pic>
      <p:sp>
        <p:nvSpPr>
          <p:cNvPr id="1048627" name="Slide Number Placeholder 8"/>
          <p:cNvSpPr>
            <a:spLocks noGrp="1"/>
          </p:cNvSpPr>
          <p:nvPr>
            <p:ph type="sldNum" sz="quarter" idx="12"/>
          </p:nvPr>
        </p:nvSpPr>
        <p:spPr/>
        <p:txBody>
          <a:bodyPr/>
          <a:p>
            <a:fld id="{157A204F-D74D-4F05-A4FE-D7F1F4F4B8CD}" type="slidenum">
              <a:rPr lang="en-IN" smtClean="0"/>
              <a:t>9</a:t>
            </a:fld>
            <a:endParaRPr lang="en-IN"/>
          </a:p>
        </p:txBody>
      </p:sp>
      <p:pic>
        <p:nvPicPr>
          <p:cNvPr id="2097166" name="Picture 2"/>
          <p:cNvPicPr>
            <a:picLocks noChangeAspect="1" noChangeArrowheads="1"/>
          </p:cNvPicPr>
          <p:nvPr/>
        </p:nvPicPr>
        <p:blipFill>
          <a:blip xmlns:r="http://schemas.openxmlformats.org/officeDocument/2006/relationships" r:embed="rId2"/>
          <a:srcRect/>
          <a:stretch>
            <a:fillRect/>
          </a:stretch>
        </p:blipFill>
        <p:spPr bwMode="auto">
          <a:xfrm>
            <a:off x="182913" y="1506583"/>
            <a:ext cx="3936242" cy="4206240"/>
          </a:xfrm>
          <a:prstGeom prst="rect"/>
          <a:noFill/>
          <a:ln>
            <a:noFill/>
          </a:ln>
          <a:effectLst/>
        </p:spPr>
      </p:pic>
    </p:spTree>
  </p:cSld>
  <p:clrMapOvr>
    <a:masterClrMapping/>
  </p:clrMapOvr>
  <p:transition spd="slow">
    <p:push dir="u"/>
  </p:transition>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28" name="Content Placeholder 2"/>
          <p:cNvSpPr>
            <a:spLocks noGrp="1"/>
          </p:cNvSpPr>
          <p:nvPr>
            <p:ph idx="1"/>
          </p:nvPr>
        </p:nvSpPr>
        <p:spPr>
          <a:xfrm>
            <a:off x="142240" y="121920"/>
            <a:ext cx="11826240" cy="6604000"/>
          </a:xfrm>
        </p:spPr>
        <p:txBody>
          <a:bodyPr>
            <a:normAutofit/>
          </a:bodyPr>
          <a:p>
            <a:pPr indent="0" marL="0">
              <a:buNone/>
            </a:pPr>
            <a:r>
              <a:rPr dirty="0" sz="3200" lang="en-IN" smtClean="0">
                <a:solidFill>
                  <a:srgbClr val="FCF862"/>
                </a:solidFill>
                <a:latin typeface="Times New Roman" panose="02020603050405020304" pitchFamily="18" charset="0"/>
                <a:cs typeface="Times New Roman" panose="02020603050405020304" pitchFamily="18" charset="0"/>
              </a:rPr>
              <a:t>REGRESSION(75-25)</a:t>
            </a:r>
            <a:endParaRPr dirty="0" sz="3200" lang="en-IN">
              <a:solidFill>
                <a:srgbClr val="FCF862"/>
              </a:solidFill>
              <a:latin typeface="Times New Roman" panose="02020603050405020304" pitchFamily="18" charset="0"/>
              <a:cs typeface="Times New Roman" panose="02020603050405020304" pitchFamily="18" charset="0"/>
            </a:endParaRPr>
          </a:p>
        </p:txBody>
      </p:sp>
      <p:pic>
        <p:nvPicPr>
          <p:cNvPr id="2097167" name="Picture 1"/>
          <p:cNvPicPr>
            <a:picLocks noChangeAspect="1"/>
          </p:cNvPicPr>
          <p:nvPr/>
        </p:nvPicPr>
        <p:blipFill>
          <a:blip xmlns:r="http://schemas.openxmlformats.org/officeDocument/2006/relationships" r:embed="rId1"/>
          <a:stretch>
            <a:fillRect/>
          </a:stretch>
        </p:blipFill>
        <p:spPr>
          <a:xfrm>
            <a:off x="456479" y="1385465"/>
            <a:ext cx="3671384" cy="4009495"/>
          </a:xfrm>
          <a:prstGeom prst="rect"/>
        </p:spPr>
      </p:pic>
      <p:pic>
        <p:nvPicPr>
          <p:cNvPr id="2097168" name="Picture 3"/>
          <p:cNvPicPr>
            <a:picLocks noChangeAspect="1"/>
          </p:cNvPicPr>
          <p:nvPr/>
        </p:nvPicPr>
        <p:blipFill>
          <a:blip xmlns:r="http://schemas.openxmlformats.org/officeDocument/2006/relationships" r:embed="rId2"/>
          <a:stretch>
            <a:fillRect/>
          </a:stretch>
        </p:blipFill>
        <p:spPr>
          <a:xfrm>
            <a:off x="4947168" y="1385465"/>
            <a:ext cx="6015472" cy="4009495"/>
          </a:xfrm>
          <a:prstGeom prst="rect"/>
        </p:spPr>
      </p:pic>
      <p:sp>
        <p:nvSpPr>
          <p:cNvPr id="1048629" name="Slide Number Placeholder 4"/>
          <p:cNvSpPr>
            <a:spLocks noGrp="1"/>
          </p:cNvSpPr>
          <p:nvPr>
            <p:ph type="sldNum" sz="quarter" idx="12"/>
          </p:nvPr>
        </p:nvSpPr>
        <p:spPr/>
        <p:txBody>
          <a:bodyPr/>
          <a:p>
            <a:fld id="{157A204F-D74D-4F05-A4FE-D7F1F4F4B8CD}" type="slidenum">
              <a:rPr lang="en-IN" smtClean="0"/>
              <a:t>10</a:t>
            </a:fld>
            <a:endParaRPr lang="en-IN"/>
          </a:p>
        </p:txBody>
      </p:sp>
    </p:spTree>
  </p:cSld>
  <p:clrMapOvr>
    <a:masterClrMapping/>
  </p:clrMapOvr>
  <p:transition spd="slow">
    <p:push dir="u"/>
  </p:transition>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30" name="Content Placeholder 2"/>
          <p:cNvSpPr>
            <a:spLocks noGrp="1"/>
          </p:cNvSpPr>
          <p:nvPr>
            <p:ph idx="1"/>
          </p:nvPr>
        </p:nvSpPr>
        <p:spPr>
          <a:xfrm>
            <a:off x="142240" y="121920"/>
            <a:ext cx="11826240" cy="6604000"/>
          </a:xfrm>
        </p:spPr>
        <p:txBody>
          <a:bodyPr>
            <a:normAutofit/>
          </a:bodyPr>
          <a:p>
            <a:pPr indent="0" marL="0">
              <a:buNone/>
            </a:pPr>
            <a:r>
              <a:rPr dirty="0" sz="3200" lang="en-IN" smtClean="0">
                <a:solidFill>
                  <a:srgbClr val="FCF862"/>
                </a:solidFill>
                <a:latin typeface="Times New Roman" panose="02020603050405020304" pitchFamily="18" charset="0"/>
                <a:cs typeface="Times New Roman" panose="02020603050405020304" pitchFamily="18" charset="0"/>
              </a:rPr>
              <a:t>REGRESSION(70-30)</a:t>
            </a:r>
            <a:endParaRPr dirty="0" sz="3200" lang="en-IN">
              <a:solidFill>
                <a:srgbClr val="FCF862"/>
              </a:solidFill>
              <a:latin typeface="Times New Roman" panose="02020603050405020304" pitchFamily="18" charset="0"/>
              <a:cs typeface="Times New Roman" panose="02020603050405020304" pitchFamily="18" charset="0"/>
            </a:endParaRPr>
          </a:p>
        </p:txBody>
      </p:sp>
      <p:pic>
        <p:nvPicPr>
          <p:cNvPr id="2097169" name="Picture 4"/>
          <p:cNvPicPr>
            <a:picLocks noChangeAspect="1"/>
          </p:cNvPicPr>
          <p:nvPr/>
        </p:nvPicPr>
        <p:blipFill>
          <a:blip xmlns:r="http://schemas.openxmlformats.org/officeDocument/2006/relationships" r:embed="rId1"/>
          <a:stretch>
            <a:fillRect/>
          </a:stretch>
        </p:blipFill>
        <p:spPr>
          <a:xfrm>
            <a:off x="352338" y="1115642"/>
            <a:ext cx="3871319" cy="3944037"/>
          </a:xfrm>
          <a:prstGeom prst="rect"/>
        </p:spPr>
      </p:pic>
      <p:pic>
        <p:nvPicPr>
          <p:cNvPr id="2097170" name="Picture 5"/>
          <p:cNvPicPr>
            <a:picLocks noChangeAspect="1"/>
          </p:cNvPicPr>
          <p:nvPr/>
        </p:nvPicPr>
        <p:blipFill>
          <a:blip xmlns:r="http://schemas.openxmlformats.org/officeDocument/2006/relationships" r:embed="rId2"/>
          <a:stretch>
            <a:fillRect/>
          </a:stretch>
        </p:blipFill>
        <p:spPr>
          <a:xfrm>
            <a:off x="4846202" y="1115642"/>
            <a:ext cx="5720198" cy="3944037"/>
          </a:xfrm>
          <a:prstGeom prst="rect"/>
        </p:spPr>
      </p:pic>
      <p:sp>
        <p:nvSpPr>
          <p:cNvPr id="1048631" name="Slide Number Placeholder 6"/>
          <p:cNvSpPr>
            <a:spLocks noGrp="1"/>
          </p:cNvSpPr>
          <p:nvPr>
            <p:ph type="sldNum" sz="quarter" idx="12"/>
          </p:nvPr>
        </p:nvSpPr>
        <p:spPr/>
        <p:txBody>
          <a:bodyPr/>
          <a:p>
            <a:fld id="{157A204F-D74D-4F05-A4FE-D7F1F4F4B8CD}" type="slidenum">
              <a:rPr lang="en-IN" smtClean="0"/>
              <a:t>11</a:t>
            </a:fld>
            <a:endParaRPr lang="en-IN"/>
          </a:p>
        </p:txBody>
      </p:sp>
    </p:spTree>
  </p:cSld>
  <p:clrMapOvr>
    <a:masterClrMapping/>
  </p:clrMapOvr>
  <p:transition spd="slow">
    <p:push dir="u"/>
  </p:transition>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32" name="Content Placeholder 2"/>
          <p:cNvSpPr>
            <a:spLocks noGrp="1"/>
          </p:cNvSpPr>
          <p:nvPr>
            <p:ph idx="1"/>
          </p:nvPr>
        </p:nvSpPr>
        <p:spPr>
          <a:xfrm>
            <a:off x="142240" y="121920"/>
            <a:ext cx="11826240" cy="6604000"/>
          </a:xfrm>
        </p:spPr>
        <p:txBody>
          <a:bodyPr>
            <a:normAutofit/>
          </a:bodyPr>
          <a:p>
            <a:pPr indent="0" marL="0">
              <a:buNone/>
            </a:pPr>
            <a:r>
              <a:rPr dirty="0" sz="3200" lang="en-IN" smtClean="0">
                <a:solidFill>
                  <a:srgbClr val="FCF862"/>
                </a:solidFill>
                <a:latin typeface="Times New Roman" panose="02020603050405020304" pitchFamily="18" charset="0"/>
                <a:cs typeface="Times New Roman" panose="02020603050405020304" pitchFamily="18" charset="0"/>
              </a:rPr>
              <a:t>REGRESSION</a:t>
            </a:r>
            <a:endParaRPr dirty="0" sz="3200" lang="en-IN">
              <a:solidFill>
                <a:srgbClr val="FCF862"/>
              </a:solidFill>
              <a:latin typeface="Times New Roman" panose="02020603050405020304" pitchFamily="18" charset="0"/>
              <a:cs typeface="Times New Roman" panose="02020603050405020304" pitchFamily="18" charset="0"/>
            </a:endParaRPr>
          </a:p>
        </p:txBody>
      </p:sp>
      <p:pic>
        <p:nvPicPr>
          <p:cNvPr id="2097171" name="Picture 3"/>
          <p:cNvPicPr>
            <a:picLocks noChangeAspect="1"/>
          </p:cNvPicPr>
          <p:nvPr/>
        </p:nvPicPr>
        <p:blipFill>
          <a:blip xmlns:r="http://schemas.openxmlformats.org/officeDocument/2006/relationships" r:embed="rId1"/>
          <a:stretch>
            <a:fillRect/>
          </a:stretch>
        </p:blipFill>
        <p:spPr>
          <a:xfrm>
            <a:off x="6898640" y="1026160"/>
            <a:ext cx="4680757" cy="3779520"/>
          </a:xfrm>
          <a:prstGeom prst="rect"/>
        </p:spPr>
      </p:pic>
      <p:sp>
        <p:nvSpPr>
          <p:cNvPr id="1048633" name="Slide Number Placeholder 4"/>
          <p:cNvSpPr>
            <a:spLocks noGrp="1"/>
          </p:cNvSpPr>
          <p:nvPr>
            <p:ph type="sldNum" sz="quarter" idx="12"/>
          </p:nvPr>
        </p:nvSpPr>
        <p:spPr/>
        <p:txBody>
          <a:bodyPr/>
          <a:p>
            <a:fld id="{157A204F-D74D-4F05-A4FE-D7F1F4F4B8CD}" type="slidenum">
              <a:rPr lang="en-IN" smtClean="0"/>
              <a:t>12</a:t>
            </a:fld>
            <a:endParaRPr lang="en-IN"/>
          </a:p>
        </p:txBody>
      </p:sp>
      <p:pic>
        <p:nvPicPr>
          <p:cNvPr id="2097172" name="Picture 2"/>
          <p:cNvPicPr>
            <a:picLocks noChangeAspect="1" noChangeArrowheads="1"/>
          </p:cNvPicPr>
          <p:nvPr/>
        </p:nvPicPr>
        <p:blipFill>
          <a:blip xmlns:r="http://schemas.openxmlformats.org/officeDocument/2006/relationships" r:embed="rId2"/>
          <a:srcRect/>
          <a:stretch>
            <a:fillRect/>
          </a:stretch>
        </p:blipFill>
        <p:spPr bwMode="auto">
          <a:xfrm>
            <a:off x="108514" y="1375953"/>
            <a:ext cx="6388079" cy="2760618"/>
          </a:xfrm>
          <a:prstGeom prst="rect"/>
          <a:noFill/>
          <a:ln>
            <a:noFill/>
          </a:ln>
          <a:effectLst/>
        </p:spPr>
      </p:pic>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2" presetSubtype="4">
                                  <p:stCondLst>
                                    <p:cond delay="0"/>
                                  </p:stCondLst>
                                  <p:childTnLst>
                                    <p:set>
                                      <p:cBhvr>
                                        <p:cTn dur="1" fill="hold" id="6">
                                          <p:stCondLst>
                                            <p:cond delay="0"/>
                                          </p:stCondLst>
                                        </p:cTn>
                                        <p:tgtEl>
                                          <p:spTgt spid="2097171"/>
                                        </p:tgtEl>
                                        <p:attrNameLst>
                                          <p:attrName>style.visibility</p:attrName>
                                        </p:attrNameLst>
                                      </p:cBhvr>
                                      <p:to>
                                        <p:strVal val="visible"/>
                                      </p:to>
                                    </p:set>
                                    <p:anim calcmode="lin" valueType="num">
                                      <p:cBhvr additive="base">
                                        <p:cTn dur="500" fill="hold" id="7"/>
                                        <p:tgtEl>
                                          <p:spTgt spid="2097171"/>
                                        </p:tgtEl>
                                        <p:attrNameLst>
                                          <p:attrName>ppt_x</p:attrName>
                                        </p:attrNameLst>
                                      </p:cBhvr>
                                      <p:tavLst>
                                        <p:tav tm="0">
                                          <p:val>
                                            <p:strVal val="#ppt_x"/>
                                          </p:val>
                                        </p:tav>
                                        <p:tav tm="100000">
                                          <p:val>
                                            <p:strVal val="#ppt_x"/>
                                          </p:val>
                                        </p:tav>
                                      </p:tavLst>
                                    </p:anim>
                                    <p:anim calcmode="lin" valueType="num">
                                      <p:cBhvr additive="base">
                                        <p:cTn dur="500" fill="hold" id="8"/>
                                        <p:tgtEl>
                                          <p:spTgt spid="20971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34" name="Content Placeholder 2"/>
          <p:cNvSpPr>
            <a:spLocks noGrp="1"/>
          </p:cNvSpPr>
          <p:nvPr>
            <p:ph idx="1"/>
          </p:nvPr>
        </p:nvSpPr>
        <p:spPr>
          <a:xfrm>
            <a:off x="142240" y="121920"/>
            <a:ext cx="11826240" cy="6604000"/>
          </a:xfrm>
        </p:spPr>
        <p:txBody>
          <a:bodyPr>
            <a:normAutofit/>
          </a:bodyPr>
          <a:p>
            <a:pPr indent="0" marL="0">
              <a:buNone/>
            </a:pPr>
            <a:r>
              <a:rPr dirty="0" sz="2400" lang="en-IN" smtClean="0">
                <a:solidFill>
                  <a:srgbClr val="FCF862"/>
                </a:solidFill>
                <a:latin typeface="Times New Roman" panose="02020603050405020304" pitchFamily="18" charset="0"/>
                <a:cs typeface="Times New Roman" panose="02020603050405020304" pitchFamily="18" charset="0"/>
              </a:rPr>
              <a:t>NEURAL NETWORK</a:t>
            </a:r>
          </a:p>
          <a:p>
            <a:pPr indent="0" marL="0">
              <a:buNone/>
            </a:pPr>
            <a:endParaRPr dirty="0" sz="2400" lang="en-IN">
              <a:solidFill>
                <a:srgbClr val="FCF862"/>
              </a:solidFill>
              <a:latin typeface="Times New Roman" panose="02020603050405020304" pitchFamily="18" charset="0"/>
              <a:cs typeface="Times New Roman" panose="02020603050405020304" pitchFamily="18" charset="0"/>
            </a:endParaRPr>
          </a:p>
        </p:txBody>
      </p:sp>
      <p:sp>
        <p:nvSpPr>
          <p:cNvPr id="1048635" name="Curved Down Arrow 6"/>
          <p:cNvSpPr/>
          <p:nvPr/>
        </p:nvSpPr>
        <p:spPr>
          <a:xfrm>
            <a:off x="6036308" y="3683331"/>
            <a:ext cx="2603279" cy="924560"/>
          </a:xfrm>
          <a:prstGeom prst="curvedDownArrow"/>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solidFill>
                <a:schemeClr val="tx1"/>
              </a:solidFill>
            </a:endParaRPr>
          </a:p>
        </p:txBody>
      </p:sp>
      <p:sp>
        <p:nvSpPr>
          <p:cNvPr id="1048636" name="TextBox 7"/>
          <p:cNvSpPr txBox="1"/>
          <p:nvPr/>
        </p:nvSpPr>
        <p:spPr>
          <a:xfrm>
            <a:off x="7337947" y="4756537"/>
            <a:ext cx="2794000" cy="400110"/>
          </a:xfrm>
          <a:prstGeom prst="rect"/>
          <a:noFill/>
          <a:ln>
            <a:noFill/>
          </a:ln>
        </p:spPr>
        <p:txBody>
          <a:bodyPr rtlCol="0" wrap="square">
            <a:spAutoFit/>
          </a:bodyPr>
          <a:p>
            <a:r>
              <a:rPr dirty="0" sz="2000" lang="en-IN" smtClean="0">
                <a:latin typeface="Times New Roman" panose="02020603050405020304" pitchFamily="18" charset="0"/>
                <a:cs typeface="Times New Roman" panose="02020603050405020304" pitchFamily="18" charset="0"/>
              </a:rPr>
              <a:t>The least MAPE</a:t>
            </a:r>
            <a:endParaRPr dirty="0" sz="2000" lang="en-IN">
              <a:latin typeface="Times New Roman" panose="02020603050405020304" pitchFamily="18" charset="0"/>
              <a:cs typeface="Times New Roman" panose="02020603050405020304" pitchFamily="18" charset="0"/>
            </a:endParaRPr>
          </a:p>
        </p:txBody>
      </p:sp>
      <p:pic>
        <p:nvPicPr>
          <p:cNvPr id="2097173" name="Picture 8"/>
          <p:cNvPicPr>
            <a:picLocks noChangeAspect="1"/>
          </p:cNvPicPr>
          <p:nvPr/>
        </p:nvPicPr>
        <p:blipFill>
          <a:blip xmlns:r="http://schemas.openxmlformats.org/officeDocument/2006/relationships" r:embed="rId1"/>
          <a:stretch>
            <a:fillRect/>
          </a:stretch>
        </p:blipFill>
        <p:spPr>
          <a:xfrm>
            <a:off x="219410" y="858473"/>
            <a:ext cx="5835950" cy="914447"/>
          </a:xfrm>
          <a:prstGeom prst="rect"/>
        </p:spPr>
      </p:pic>
      <p:pic>
        <p:nvPicPr>
          <p:cNvPr id="2097174" name="Picture 9"/>
          <p:cNvPicPr>
            <a:picLocks noChangeAspect="1"/>
          </p:cNvPicPr>
          <p:nvPr/>
        </p:nvPicPr>
        <p:blipFill>
          <a:blip xmlns:r="http://schemas.openxmlformats.org/officeDocument/2006/relationships" r:embed="rId2"/>
          <a:stretch>
            <a:fillRect/>
          </a:stretch>
        </p:blipFill>
        <p:spPr>
          <a:xfrm>
            <a:off x="219410" y="1753223"/>
            <a:ext cx="5835950" cy="1289116"/>
          </a:xfrm>
          <a:prstGeom prst="rect"/>
        </p:spPr>
      </p:pic>
      <p:pic>
        <p:nvPicPr>
          <p:cNvPr id="2097175" name="Picture 10"/>
          <p:cNvPicPr>
            <a:picLocks noChangeAspect="1"/>
          </p:cNvPicPr>
          <p:nvPr/>
        </p:nvPicPr>
        <p:blipFill>
          <a:blip xmlns:r="http://schemas.openxmlformats.org/officeDocument/2006/relationships" r:embed="rId3"/>
          <a:stretch>
            <a:fillRect/>
          </a:stretch>
        </p:blipFill>
        <p:spPr>
          <a:xfrm>
            <a:off x="219410" y="3534685"/>
            <a:ext cx="5816899" cy="698536"/>
          </a:xfrm>
          <a:prstGeom prst="rect"/>
        </p:spPr>
      </p:pic>
      <p:pic>
        <p:nvPicPr>
          <p:cNvPr id="2097176" name="Picture 11"/>
          <p:cNvPicPr>
            <a:picLocks noChangeAspect="1"/>
          </p:cNvPicPr>
          <p:nvPr/>
        </p:nvPicPr>
        <p:blipFill>
          <a:blip xmlns:r="http://schemas.openxmlformats.org/officeDocument/2006/relationships" r:embed="rId4"/>
          <a:stretch>
            <a:fillRect/>
          </a:stretch>
        </p:blipFill>
        <p:spPr>
          <a:xfrm>
            <a:off x="219409" y="4233221"/>
            <a:ext cx="5816899" cy="552478"/>
          </a:xfrm>
          <a:prstGeom prst="rect"/>
        </p:spPr>
      </p:pic>
      <p:pic>
        <p:nvPicPr>
          <p:cNvPr id="2097177" name="Picture 12"/>
          <p:cNvPicPr>
            <a:picLocks noChangeAspect="1"/>
          </p:cNvPicPr>
          <p:nvPr/>
        </p:nvPicPr>
        <p:blipFill>
          <a:blip xmlns:r="http://schemas.openxmlformats.org/officeDocument/2006/relationships" r:embed="rId5"/>
          <a:stretch>
            <a:fillRect/>
          </a:stretch>
        </p:blipFill>
        <p:spPr>
          <a:xfrm>
            <a:off x="219408" y="4785699"/>
            <a:ext cx="5816900" cy="749339"/>
          </a:xfrm>
          <a:prstGeom prst="rect"/>
        </p:spPr>
      </p:pic>
      <p:pic>
        <p:nvPicPr>
          <p:cNvPr id="2097178" name="Picture 13"/>
          <p:cNvPicPr>
            <a:picLocks noChangeAspect="1"/>
          </p:cNvPicPr>
          <p:nvPr/>
        </p:nvPicPr>
        <p:blipFill>
          <a:blip xmlns:r="http://schemas.openxmlformats.org/officeDocument/2006/relationships" r:embed="rId6"/>
          <a:stretch>
            <a:fillRect/>
          </a:stretch>
        </p:blipFill>
        <p:spPr>
          <a:xfrm>
            <a:off x="6228751" y="848754"/>
            <a:ext cx="5816899" cy="920797"/>
          </a:xfrm>
          <a:prstGeom prst="rect"/>
        </p:spPr>
      </p:pic>
      <p:pic>
        <p:nvPicPr>
          <p:cNvPr id="2097179" name="Picture 14"/>
          <p:cNvPicPr>
            <a:picLocks noChangeAspect="1"/>
          </p:cNvPicPr>
          <p:nvPr/>
        </p:nvPicPr>
        <p:blipFill>
          <a:blip xmlns:r="http://schemas.openxmlformats.org/officeDocument/2006/relationships" r:embed="rId7"/>
          <a:stretch>
            <a:fillRect/>
          </a:stretch>
        </p:blipFill>
        <p:spPr>
          <a:xfrm>
            <a:off x="6228751" y="1769551"/>
            <a:ext cx="5816899" cy="1485976"/>
          </a:xfrm>
          <a:prstGeom prst="rect"/>
        </p:spPr>
      </p:pic>
      <p:sp>
        <p:nvSpPr>
          <p:cNvPr id="1048637" name="Slide Number Placeholder 15"/>
          <p:cNvSpPr>
            <a:spLocks noGrp="1"/>
          </p:cNvSpPr>
          <p:nvPr>
            <p:ph type="sldNum" sz="quarter" idx="12"/>
          </p:nvPr>
        </p:nvSpPr>
        <p:spPr/>
        <p:txBody>
          <a:bodyPr/>
          <a:p>
            <a:fld id="{157A204F-D74D-4F05-A4FE-D7F1F4F4B8CD}" type="slidenum">
              <a:rPr lang="en-IN" smtClean="0"/>
              <a:t>13</a:t>
            </a:fld>
            <a:endParaRPr lang="en-IN"/>
          </a:p>
        </p:txBody>
      </p:sp>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2097173"/>
                                        </p:tgtEl>
                                        <p:attrNameLst>
                                          <p:attrName>style.visibility</p:attrName>
                                        </p:attrNameLst>
                                      </p:cBhvr>
                                      <p:to>
                                        <p:strVal val="visible"/>
                                      </p:to>
                                    </p:set>
                                    <p:anim calcmode="lin" valueType="num">
                                      <p:cBhvr additive="base">
                                        <p:cTn dur="500" fill="hold" id="7"/>
                                        <p:tgtEl>
                                          <p:spTgt spid="2097173"/>
                                        </p:tgtEl>
                                        <p:attrNameLst>
                                          <p:attrName>ppt_x</p:attrName>
                                        </p:attrNameLst>
                                      </p:cBhvr>
                                      <p:tavLst>
                                        <p:tav tm="0">
                                          <p:val>
                                            <p:strVal val="#ppt_x"/>
                                          </p:val>
                                        </p:tav>
                                        <p:tav tm="100000">
                                          <p:val>
                                            <p:strVal val="#ppt_x"/>
                                          </p:val>
                                        </p:tav>
                                      </p:tavLst>
                                    </p:anim>
                                    <p:anim calcmode="lin" valueType="num">
                                      <p:cBhvr additive="base">
                                        <p:cTn dur="500" fill="hold" id="8"/>
                                        <p:tgtEl>
                                          <p:spTgt spid="2097173"/>
                                        </p:tgtEl>
                                        <p:attrNameLst>
                                          <p:attrName>ppt_y</p:attrName>
                                        </p:attrNameLst>
                                      </p:cBhvr>
                                      <p:tavLst>
                                        <p:tav tm="0">
                                          <p:val>
                                            <p:strVal val="1+#ppt_h/2"/>
                                          </p:val>
                                        </p:tav>
                                        <p:tav tm="100000">
                                          <p:val>
                                            <p:strVal val="#ppt_y"/>
                                          </p:val>
                                        </p:tav>
                                      </p:tavLst>
                                    </p:anim>
                                  </p:childTnLst>
                                </p:cTn>
                              </p:par>
                              <p:par>
                                <p:cTn fill="hold" id="9" nodeType="withEffect" presetClass="entr" presetID="2" presetSubtype="4">
                                  <p:stCondLst>
                                    <p:cond delay="0"/>
                                  </p:stCondLst>
                                  <p:childTnLst>
                                    <p:set>
                                      <p:cBhvr>
                                        <p:cTn dur="1" fill="hold" id="10">
                                          <p:stCondLst>
                                            <p:cond delay="0"/>
                                          </p:stCondLst>
                                        </p:cTn>
                                        <p:tgtEl>
                                          <p:spTgt spid="2097174"/>
                                        </p:tgtEl>
                                        <p:attrNameLst>
                                          <p:attrName>style.visibility</p:attrName>
                                        </p:attrNameLst>
                                      </p:cBhvr>
                                      <p:to>
                                        <p:strVal val="visible"/>
                                      </p:to>
                                    </p:set>
                                    <p:anim calcmode="lin" valueType="num">
                                      <p:cBhvr additive="base">
                                        <p:cTn dur="500" fill="hold" id="11"/>
                                        <p:tgtEl>
                                          <p:spTgt spid="2097174"/>
                                        </p:tgtEl>
                                        <p:attrNameLst>
                                          <p:attrName>ppt_x</p:attrName>
                                        </p:attrNameLst>
                                      </p:cBhvr>
                                      <p:tavLst>
                                        <p:tav tm="0">
                                          <p:val>
                                            <p:strVal val="#ppt_x"/>
                                          </p:val>
                                        </p:tav>
                                        <p:tav tm="100000">
                                          <p:val>
                                            <p:strVal val="#ppt_x"/>
                                          </p:val>
                                        </p:tav>
                                      </p:tavLst>
                                    </p:anim>
                                    <p:anim calcmode="lin" valueType="num">
                                      <p:cBhvr additive="base">
                                        <p:cTn dur="500" fill="hold" id="12"/>
                                        <p:tgtEl>
                                          <p:spTgt spid="2097174"/>
                                        </p:tgtEl>
                                        <p:attrNameLst>
                                          <p:attrName>ppt_y</p:attrName>
                                        </p:attrNameLst>
                                      </p:cBhvr>
                                      <p:tavLst>
                                        <p:tav tm="0">
                                          <p:val>
                                            <p:strVal val="1+#ppt_h/2"/>
                                          </p:val>
                                        </p:tav>
                                        <p:tav tm="100000">
                                          <p:val>
                                            <p:strVal val="#ppt_y"/>
                                          </p:val>
                                        </p:tav>
                                      </p:tavLst>
                                    </p:anim>
                                  </p:childTnLst>
                                </p:cTn>
                              </p:par>
                              <p:par>
                                <p:cTn fill="hold" id="13" nodeType="withEffect" presetClass="entr" presetID="2" presetSubtype="4">
                                  <p:stCondLst>
                                    <p:cond delay="0"/>
                                  </p:stCondLst>
                                  <p:childTnLst>
                                    <p:set>
                                      <p:cBhvr>
                                        <p:cTn dur="1" fill="hold" id="14">
                                          <p:stCondLst>
                                            <p:cond delay="0"/>
                                          </p:stCondLst>
                                        </p:cTn>
                                        <p:tgtEl>
                                          <p:spTgt spid="2097176"/>
                                        </p:tgtEl>
                                        <p:attrNameLst>
                                          <p:attrName>style.visibility</p:attrName>
                                        </p:attrNameLst>
                                      </p:cBhvr>
                                      <p:to>
                                        <p:strVal val="visible"/>
                                      </p:to>
                                    </p:set>
                                    <p:anim calcmode="lin" valueType="num">
                                      <p:cBhvr additive="base">
                                        <p:cTn dur="500" fill="hold" id="15"/>
                                        <p:tgtEl>
                                          <p:spTgt spid="2097176"/>
                                        </p:tgtEl>
                                        <p:attrNameLst>
                                          <p:attrName>ppt_x</p:attrName>
                                        </p:attrNameLst>
                                      </p:cBhvr>
                                      <p:tavLst>
                                        <p:tav tm="0">
                                          <p:val>
                                            <p:strVal val="#ppt_x"/>
                                          </p:val>
                                        </p:tav>
                                        <p:tav tm="100000">
                                          <p:val>
                                            <p:strVal val="#ppt_x"/>
                                          </p:val>
                                        </p:tav>
                                      </p:tavLst>
                                    </p:anim>
                                    <p:anim calcmode="lin" valueType="num">
                                      <p:cBhvr additive="base">
                                        <p:cTn dur="500" fill="hold" id="16"/>
                                        <p:tgtEl>
                                          <p:spTgt spid="2097176"/>
                                        </p:tgtEl>
                                        <p:attrNameLst>
                                          <p:attrName>ppt_y</p:attrName>
                                        </p:attrNameLst>
                                      </p:cBhvr>
                                      <p:tavLst>
                                        <p:tav tm="0">
                                          <p:val>
                                            <p:strVal val="1+#ppt_h/2"/>
                                          </p:val>
                                        </p:tav>
                                        <p:tav tm="100000">
                                          <p:val>
                                            <p:strVal val="#ppt_y"/>
                                          </p:val>
                                        </p:tav>
                                      </p:tavLst>
                                    </p:anim>
                                  </p:childTnLst>
                                </p:cTn>
                              </p:par>
                              <p:par>
                                <p:cTn fill="hold" id="17" nodeType="withEffect" presetClass="entr" presetID="2" presetSubtype="4">
                                  <p:stCondLst>
                                    <p:cond delay="0"/>
                                  </p:stCondLst>
                                  <p:childTnLst>
                                    <p:set>
                                      <p:cBhvr>
                                        <p:cTn dur="1" fill="hold" id="18">
                                          <p:stCondLst>
                                            <p:cond delay="0"/>
                                          </p:stCondLst>
                                        </p:cTn>
                                        <p:tgtEl>
                                          <p:spTgt spid="2097175"/>
                                        </p:tgtEl>
                                        <p:attrNameLst>
                                          <p:attrName>style.visibility</p:attrName>
                                        </p:attrNameLst>
                                      </p:cBhvr>
                                      <p:to>
                                        <p:strVal val="visible"/>
                                      </p:to>
                                    </p:set>
                                    <p:anim calcmode="lin" valueType="num">
                                      <p:cBhvr additive="base">
                                        <p:cTn dur="500" fill="hold" id="19"/>
                                        <p:tgtEl>
                                          <p:spTgt spid="2097175"/>
                                        </p:tgtEl>
                                        <p:attrNameLst>
                                          <p:attrName>ppt_x</p:attrName>
                                        </p:attrNameLst>
                                      </p:cBhvr>
                                      <p:tavLst>
                                        <p:tav tm="0">
                                          <p:val>
                                            <p:strVal val="#ppt_x"/>
                                          </p:val>
                                        </p:tav>
                                        <p:tav tm="100000">
                                          <p:val>
                                            <p:strVal val="#ppt_x"/>
                                          </p:val>
                                        </p:tav>
                                      </p:tavLst>
                                    </p:anim>
                                    <p:anim calcmode="lin" valueType="num">
                                      <p:cBhvr additive="base">
                                        <p:cTn dur="500" fill="hold" id="20"/>
                                        <p:tgtEl>
                                          <p:spTgt spid="2097175"/>
                                        </p:tgtEl>
                                        <p:attrNameLst>
                                          <p:attrName>ppt_y</p:attrName>
                                        </p:attrNameLst>
                                      </p:cBhvr>
                                      <p:tavLst>
                                        <p:tav tm="0">
                                          <p:val>
                                            <p:strVal val="1+#ppt_h/2"/>
                                          </p:val>
                                        </p:tav>
                                        <p:tav tm="100000">
                                          <p:val>
                                            <p:strVal val="#ppt_y"/>
                                          </p:val>
                                        </p:tav>
                                      </p:tavLst>
                                    </p:anim>
                                  </p:childTnLst>
                                </p:cTn>
                              </p:par>
                              <p:par>
                                <p:cTn fill="hold" id="21" nodeType="withEffect" presetClass="entr" presetID="2" presetSubtype="4">
                                  <p:stCondLst>
                                    <p:cond delay="0"/>
                                  </p:stCondLst>
                                  <p:childTnLst>
                                    <p:set>
                                      <p:cBhvr>
                                        <p:cTn dur="1" fill="hold" id="22">
                                          <p:stCondLst>
                                            <p:cond delay="0"/>
                                          </p:stCondLst>
                                        </p:cTn>
                                        <p:tgtEl>
                                          <p:spTgt spid="2097177"/>
                                        </p:tgtEl>
                                        <p:attrNameLst>
                                          <p:attrName>style.visibility</p:attrName>
                                        </p:attrNameLst>
                                      </p:cBhvr>
                                      <p:to>
                                        <p:strVal val="visible"/>
                                      </p:to>
                                    </p:set>
                                    <p:anim calcmode="lin" valueType="num">
                                      <p:cBhvr additive="base">
                                        <p:cTn dur="500" fill="hold" id="23"/>
                                        <p:tgtEl>
                                          <p:spTgt spid="2097177"/>
                                        </p:tgtEl>
                                        <p:attrNameLst>
                                          <p:attrName>ppt_x</p:attrName>
                                        </p:attrNameLst>
                                      </p:cBhvr>
                                      <p:tavLst>
                                        <p:tav tm="0">
                                          <p:val>
                                            <p:strVal val="#ppt_x"/>
                                          </p:val>
                                        </p:tav>
                                        <p:tav tm="100000">
                                          <p:val>
                                            <p:strVal val="#ppt_x"/>
                                          </p:val>
                                        </p:tav>
                                      </p:tavLst>
                                    </p:anim>
                                    <p:anim calcmode="lin" valueType="num">
                                      <p:cBhvr additive="base">
                                        <p:cTn dur="500" fill="hold" id="24"/>
                                        <p:tgtEl>
                                          <p:spTgt spid="2097177"/>
                                        </p:tgtEl>
                                        <p:attrNameLst>
                                          <p:attrName>ppt_y</p:attrName>
                                        </p:attrNameLst>
                                      </p:cBhvr>
                                      <p:tavLst>
                                        <p:tav tm="0">
                                          <p:val>
                                            <p:strVal val="1+#ppt_h/2"/>
                                          </p:val>
                                        </p:tav>
                                        <p:tav tm="100000">
                                          <p:val>
                                            <p:strVal val="#ppt_y"/>
                                          </p:val>
                                        </p:tav>
                                      </p:tavLst>
                                    </p:anim>
                                  </p:childTnLst>
                                </p:cTn>
                              </p:par>
                              <p:par>
                                <p:cTn fill="hold" id="25" nodeType="withEffect" presetClass="entr" presetID="2" presetSubtype="4">
                                  <p:stCondLst>
                                    <p:cond delay="0"/>
                                  </p:stCondLst>
                                  <p:childTnLst>
                                    <p:set>
                                      <p:cBhvr>
                                        <p:cTn dur="1" fill="hold" id="26">
                                          <p:stCondLst>
                                            <p:cond delay="0"/>
                                          </p:stCondLst>
                                        </p:cTn>
                                        <p:tgtEl>
                                          <p:spTgt spid="2097178"/>
                                        </p:tgtEl>
                                        <p:attrNameLst>
                                          <p:attrName>style.visibility</p:attrName>
                                        </p:attrNameLst>
                                      </p:cBhvr>
                                      <p:to>
                                        <p:strVal val="visible"/>
                                      </p:to>
                                    </p:set>
                                    <p:anim calcmode="lin" valueType="num">
                                      <p:cBhvr additive="base">
                                        <p:cTn dur="500" fill="hold" id="27"/>
                                        <p:tgtEl>
                                          <p:spTgt spid="2097178"/>
                                        </p:tgtEl>
                                        <p:attrNameLst>
                                          <p:attrName>ppt_x</p:attrName>
                                        </p:attrNameLst>
                                      </p:cBhvr>
                                      <p:tavLst>
                                        <p:tav tm="0">
                                          <p:val>
                                            <p:strVal val="#ppt_x"/>
                                          </p:val>
                                        </p:tav>
                                        <p:tav tm="100000">
                                          <p:val>
                                            <p:strVal val="#ppt_x"/>
                                          </p:val>
                                        </p:tav>
                                      </p:tavLst>
                                    </p:anim>
                                    <p:anim calcmode="lin" valueType="num">
                                      <p:cBhvr additive="base">
                                        <p:cTn dur="500" fill="hold" id="28"/>
                                        <p:tgtEl>
                                          <p:spTgt spid="2097178"/>
                                        </p:tgtEl>
                                        <p:attrNameLst>
                                          <p:attrName>ppt_y</p:attrName>
                                        </p:attrNameLst>
                                      </p:cBhvr>
                                      <p:tavLst>
                                        <p:tav tm="0">
                                          <p:val>
                                            <p:strVal val="1+#ppt_h/2"/>
                                          </p:val>
                                        </p:tav>
                                        <p:tav tm="100000">
                                          <p:val>
                                            <p:strVal val="#ppt_y"/>
                                          </p:val>
                                        </p:tav>
                                      </p:tavLst>
                                    </p:anim>
                                  </p:childTnLst>
                                </p:cTn>
                              </p:par>
                              <p:par>
                                <p:cTn fill="hold" id="29" nodeType="withEffect" presetClass="entr" presetID="2" presetSubtype="4">
                                  <p:stCondLst>
                                    <p:cond delay="0"/>
                                  </p:stCondLst>
                                  <p:childTnLst>
                                    <p:set>
                                      <p:cBhvr>
                                        <p:cTn dur="1" fill="hold" id="30">
                                          <p:stCondLst>
                                            <p:cond delay="0"/>
                                          </p:stCondLst>
                                        </p:cTn>
                                        <p:tgtEl>
                                          <p:spTgt spid="2097179"/>
                                        </p:tgtEl>
                                        <p:attrNameLst>
                                          <p:attrName>style.visibility</p:attrName>
                                        </p:attrNameLst>
                                      </p:cBhvr>
                                      <p:to>
                                        <p:strVal val="visible"/>
                                      </p:to>
                                    </p:set>
                                    <p:anim calcmode="lin" valueType="num">
                                      <p:cBhvr additive="base">
                                        <p:cTn dur="500" fill="hold" id="31"/>
                                        <p:tgtEl>
                                          <p:spTgt spid="2097179"/>
                                        </p:tgtEl>
                                        <p:attrNameLst>
                                          <p:attrName>ppt_x</p:attrName>
                                        </p:attrNameLst>
                                      </p:cBhvr>
                                      <p:tavLst>
                                        <p:tav tm="0">
                                          <p:val>
                                            <p:strVal val="#ppt_x"/>
                                          </p:val>
                                        </p:tav>
                                        <p:tav tm="100000">
                                          <p:val>
                                            <p:strVal val="#ppt_x"/>
                                          </p:val>
                                        </p:tav>
                                      </p:tavLst>
                                    </p:anim>
                                    <p:anim calcmode="lin" valueType="num">
                                      <p:cBhvr additive="base">
                                        <p:cTn dur="500" fill="hold" id="32"/>
                                        <p:tgtEl>
                                          <p:spTgt spid="2097179"/>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1" presetSubtype="0">
                                  <p:stCondLst>
                                    <p:cond delay="0"/>
                                  </p:stCondLst>
                                  <p:childTnLst>
                                    <p:set>
                                      <p:cBhvr>
                                        <p:cTn dur="1" fill="hold" id="36">
                                          <p:stCondLst>
                                            <p:cond delay="0"/>
                                          </p:stCondLst>
                                        </p:cTn>
                                        <p:tgtEl>
                                          <p:spTgt spid="1048635"/>
                                        </p:tgtEl>
                                        <p:attrNameLst>
                                          <p:attrName>style.visibility</p:attrName>
                                        </p:attrNameLst>
                                      </p:cBhvr>
                                      <p:to>
                                        <p:strVal val="visible"/>
                                      </p:to>
                                    </p:set>
                                  </p:childTnLst>
                                </p:cTn>
                              </p:par>
                              <p:par>
                                <p:cTn fill="hold" grpId="0" id="37" nodeType="withEffect" presetClass="entr" presetID="1" presetSubtype="0">
                                  <p:stCondLst>
                                    <p:cond delay="0"/>
                                  </p:stCondLst>
                                  <p:childTnLst>
                                    <p:set>
                                      <p:cBhvr>
                                        <p:cTn dur="1" fill="hold" id="38">
                                          <p:stCondLst>
                                            <p:cond delay="0"/>
                                          </p:stCondLst>
                                        </p:cTn>
                                        <p:tgtEl>
                                          <p:spTgt spid="1048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5" grpId="0" animBg="1"/>
      <p:bldP spid="10486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38" name="Content Placeholder 2"/>
          <p:cNvSpPr>
            <a:spLocks noGrp="1"/>
          </p:cNvSpPr>
          <p:nvPr>
            <p:ph idx="1"/>
          </p:nvPr>
        </p:nvSpPr>
        <p:spPr>
          <a:xfrm>
            <a:off x="142240" y="121920"/>
            <a:ext cx="11826240" cy="6604000"/>
          </a:xfrm>
        </p:spPr>
        <p:txBody>
          <a:bodyPr>
            <a:normAutofit/>
          </a:bodyPr>
          <a:p>
            <a:pPr indent="0" marL="0">
              <a:buNone/>
            </a:pPr>
            <a:r>
              <a:rPr dirty="0" sz="3200" lang="en-IN" smtClean="0">
                <a:solidFill>
                  <a:srgbClr val="FCF862"/>
                </a:solidFill>
                <a:latin typeface="Times New Roman" panose="02020603050405020304" pitchFamily="18" charset="0"/>
                <a:cs typeface="Times New Roman" panose="02020603050405020304" pitchFamily="18" charset="0"/>
              </a:rPr>
              <a:t>CLASSIFICATION(80-20)</a:t>
            </a:r>
            <a:endParaRPr dirty="0" sz="3200" lang="en-IN">
              <a:solidFill>
                <a:srgbClr val="FCF862"/>
              </a:solidFill>
              <a:latin typeface="Times New Roman" panose="02020603050405020304" pitchFamily="18" charset="0"/>
              <a:cs typeface="Times New Roman" panose="02020603050405020304" pitchFamily="18" charset="0"/>
            </a:endParaRPr>
          </a:p>
        </p:txBody>
      </p:sp>
      <p:pic>
        <p:nvPicPr>
          <p:cNvPr id="2097180" name="Picture 7"/>
          <p:cNvPicPr>
            <a:picLocks noChangeAspect="1"/>
          </p:cNvPicPr>
          <p:nvPr/>
        </p:nvPicPr>
        <p:blipFill>
          <a:blip xmlns:r="http://schemas.openxmlformats.org/officeDocument/2006/relationships" r:embed="rId1"/>
          <a:stretch>
            <a:fillRect/>
          </a:stretch>
        </p:blipFill>
        <p:spPr>
          <a:xfrm>
            <a:off x="5012572" y="1404516"/>
            <a:ext cx="5696068" cy="3655164"/>
          </a:xfrm>
          <a:prstGeom prst="rect"/>
        </p:spPr>
      </p:pic>
      <p:sp>
        <p:nvSpPr>
          <p:cNvPr id="1048639" name="Slide Number Placeholder 8"/>
          <p:cNvSpPr>
            <a:spLocks noGrp="1"/>
          </p:cNvSpPr>
          <p:nvPr>
            <p:ph type="sldNum" sz="quarter" idx="12"/>
          </p:nvPr>
        </p:nvSpPr>
        <p:spPr/>
        <p:txBody>
          <a:bodyPr/>
          <a:p>
            <a:fld id="{157A204F-D74D-4F05-A4FE-D7F1F4F4B8CD}" type="slidenum">
              <a:rPr lang="en-IN" smtClean="0"/>
              <a:t>14</a:t>
            </a:fld>
            <a:endParaRPr lang="en-IN"/>
          </a:p>
        </p:txBody>
      </p:sp>
      <p:pic>
        <p:nvPicPr>
          <p:cNvPr id="2097181" name="Picture 2"/>
          <p:cNvPicPr>
            <a:picLocks noChangeAspect="1" noChangeArrowheads="1"/>
          </p:cNvPicPr>
          <p:nvPr/>
        </p:nvPicPr>
        <p:blipFill>
          <a:blip xmlns:r="http://schemas.openxmlformats.org/officeDocument/2006/relationships" r:embed="rId2"/>
          <a:srcRect/>
          <a:stretch>
            <a:fillRect/>
          </a:stretch>
        </p:blipFill>
        <p:spPr bwMode="auto">
          <a:xfrm>
            <a:off x="1018903" y="1404516"/>
            <a:ext cx="2778034" cy="3811917"/>
          </a:xfrm>
          <a:prstGeom prst="rect"/>
          <a:noFill/>
          <a:ln>
            <a:noFill/>
          </a:ln>
          <a:effectLst/>
        </p:spPr>
      </p:pic>
    </p:spTree>
  </p:cSld>
  <p:clrMapOvr>
    <a:masterClrMapping/>
  </p:clrMapOvr>
  <p:transition spd="slow">
    <p:push dir="u"/>
  </p:transition>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40" name="Content Placeholder 2"/>
          <p:cNvSpPr>
            <a:spLocks noGrp="1"/>
          </p:cNvSpPr>
          <p:nvPr>
            <p:ph idx="1"/>
          </p:nvPr>
        </p:nvSpPr>
        <p:spPr>
          <a:xfrm>
            <a:off x="142240" y="121920"/>
            <a:ext cx="11826240" cy="6604000"/>
          </a:xfrm>
        </p:spPr>
        <p:txBody>
          <a:bodyPr>
            <a:normAutofit/>
          </a:bodyPr>
          <a:p>
            <a:pPr indent="0" marL="0">
              <a:buNone/>
            </a:pPr>
            <a:r>
              <a:rPr dirty="0" sz="3200" lang="en-IN" smtClean="0">
                <a:solidFill>
                  <a:srgbClr val="FCF862"/>
                </a:solidFill>
                <a:latin typeface="Times New Roman" panose="02020603050405020304" pitchFamily="18" charset="0"/>
                <a:cs typeface="Times New Roman" panose="02020603050405020304" pitchFamily="18" charset="0"/>
              </a:rPr>
              <a:t>CLASSIFICATION(75-25)</a:t>
            </a:r>
            <a:endParaRPr dirty="0" sz="3200" lang="en-IN">
              <a:solidFill>
                <a:srgbClr val="FCF862"/>
              </a:solidFill>
              <a:latin typeface="Times New Roman" panose="02020603050405020304" pitchFamily="18" charset="0"/>
              <a:cs typeface="Times New Roman" panose="02020603050405020304" pitchFamily="18" charset="0"/>
            </a:endParaRPr>
          </a:p>
        </p:txBody>
      </p:sp>
      <p:pic>
        <p:nvPicPr>
          <p:cNvPr id="2097182" name="Picture 4"/>
          <p:cNvPicPr>
            <a:picLocks noChangeAspect="1"/>
          </p:cNvPicPr>
          <p:nvPr/>
        </p:nvPicPr>
        <p:blipFill>
          <a:blip xmlns:r="http://schemas.openxmlformats.org/officeDocument/2006/relationships" r:embed="rId1"/>
          <a:stretch>
            <a:fillRect/>
          </a:stretch>
        </p:blipFill>
        <p:spPr>
          <a:xfrm>
            <a:off x="4449328" y="1333442"/>
            <a:ext cx="5883392" cy="4041198"/>
          </a:xfrm>
          <a:prstGeom prst="rect"/>
        </p:spPr>
      </p:pic>
      <p:sp>
        <p:nvSpPr>
          <p:cNvPr id="1048641" name="Slide Number Placeholder 6"/>
          <p:cNvSpPr>
            <a:spLocks noGrp="1"/>
          </p:cNvSpPr>
          <p:nvPr>
            <p:ph type="sldNum" sz="quarter" idx="12"/>
          </p:nvPr>
        </p:nvSpPr>
        <p:spPr/>
        <p:txBody>
          <a:bodyPr/>
          <a:p>
            <a:fld id="{157A204F-D74D-4F05-A4FE-D7F1F4F4B8CD}" type="slidenum">
              <a:rPr lang="en-IN" smtClean="0"/>
              <a:t>15</a:t>
            </a:fld>
            <a:endParaRPr lang="en-IN"/>
          </a:p>
        </p:txBody>
      </p:sp>
      <p:pic>
        <p:nvPicPr>
          <p:cNvPr id="2097183" name="Picture 2"/>
          <p:cNvPicPr>
            <a:picLocks noChangeAspect="1" noChangeArrowheads="1"/>
          </p:cNvPicPr>
          <p:nvPr/>
        </p:nvPicPr>
        <p:blipFill>
          <a:blip xmlns:r="http://schemas.openxmlformats.org/officeDocument/2006/relationships" r:embed="rId2"/>
          <a:srcRect/>
          <a:stretch>
            <a:fillRect/>
          </a:stretch>
        </p:blipFill>
        <p:spPr bwMode="auto">
          <a:xfrm>
            <a:off x="863102" y="1454331"/>
            <a:ext cx="2890292" cy="3815322"/>
          </a:xfrm>
          <a:prstGeom prst="rect"/>
          <a:noFill/>
          <a:ln>
            <a:noFill/>
          </a:ln>
          <a:effectLst/>
        </p:spPr>
      </p:pic>
    </p:spTree>
  </p:cSld>
  <p:clrMapOvr>
    <a:masterClrMapping/>
  </p:clrMapOvr>
  <p:transition spd="slow">
    <p:push dir="u"/>
  </p:transition>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42" name="Content Placeholder 2"/>
          <p:cNvSpPr>
            <a:spLocks noGrp="1"/>
          </p:cNvSpPr>
          <p:nvPr>
            <p:ph idx="1"/>
          </p:nvPr>
        </p:nvSpPr>
        <p:spPr>
          <a:xfrm>
            <a:off x="142240" y="121920"/>
            <a:ext cx="11826240" cy="6604000"/>
          </a:xfrm>
        </p:spPr>
        <p:txBody>
          <a:bodyPr>
            <a:normAutofit/>
          </a:bodyPr>
          <a:p>
            <a:pPr indent="0" marL="0">
              <a:buNone/>
            </a:pPr>
            <a:r>
              <a:rPr dirty="0" sz="3200" lang="en-IN" smtClean="0">
                <a:solidFill>
                  <a:srgbClr val="FCF862"/>
                </a:solidFill>
                <a:latin typeface="Times New Roman" panose="02020603050405020304" pitchFamily="18" charset="0"/>
                <a:cs typeface="Times New Roman" panose="02020603050405020304" pitchFamily="18" charset="0"/>
              </a:rPr>
              <a:t>CLASSIFICATION(70-30)</a:t>
            </a:r>
            <a:endParaRPr dirty="0" sz="3200" lang="en-IN">
              <a:solidFill>
                <a:srgbClr val="FCF862"/>
              </a:solidFill>
              <a:latin typeface="Times New Roman" panose="02020603050405020304" pitchFamily="18" charset="0"/>
              <a:cs typeface="Times New Roman" panose="02020603050405020304" pitchFamily="18" charset="0"/>
            </a:endParaRPr>
          </a:p>
        </p:txBody>
      </p:sp>
      <p:pic>
        <p:nvPicPr>
          <p:cNvPr id="2097184" name="Picture 4"/>
          <p:cNvPicPr>
            <a:picLocks noChangeAspect="1"/>
          </p:cNvPicPr>
          <p:nvPr/>
        </p:nvPicPr>
        <p:blipFill>
          <a:blip xmlns:r="http://schemas.openxmlformats.org/officeDocument/2006/relationships" r:embed="rId1"/>
          <a:stretch>
            <a:fillRect/>
          </a:stretch>
        </p:blipFill>
        <p:spPr>
          <a:xfrm>
            <a:off x="4388368" y="1372765"/>
            <a:ext cx="5964672" cy="3869795"/>
          </a:xfrm>
          <a:prstGeom prst="rect"/>
        </p:spPr>
      </p:pic>
      <p:sp>
        <p:nvSpPr>
          <p:cNvPr id="1048643" name="Slide Number Placeholder 6"/>
          <p:cNvSpPr>
            <a:spLocks noGrp="1"/>
          </p:cNvSpPr>
          <p:nvPr>
            <p:ph type="sldNum" sz="quarter" idx="12"/>
          </p:nvPr>
        </p:nvSpPr>
        <p:spPr/>
        <p:txBody>
          <a:bodyPr/>
          <a:p>
            <a:fld id="{157A204F-D74D-4F05-A4FE-D7F1F4F4B8CD}" type="slidenum">
              <a:rPr lang="en-IN" smtClean="0"/>
              <a:t>16</a:t>
            </a:fld>
            <a:endParaRPr lang="en-IN"/>
          </a:p>
        </p:txBody>
      </p:sp>
      <p:pic>
        <p:nvPicPr>
          <p:cNvPr id="2097185" name="Picture 2"/>
          <p:cNvPicPr>
            <a:picLocks noChangeAspect="1" noChangeArrowheads="1"/>
          </p:cNvPicPr>
          <p:nvPr/>
        </p:nvPicPr>
        <p:blipFill>
          <a:blip xmlns:r="http://schemas.openxmlformats.org/officeDocument/2006/relationships" r:embed="rId2"/>
          <a:srcRect/>
          <a:stretch>
            <a:fillRect/>
          </a:stretch>
        </p:blipFill>
        <p:spPr bwMode="auto">
          <a:xfrm>
            <a:off x="616131" y="1398111"/>
            <a:ext cx="2876006" cy="3898037"/>
          </a:xfrm>
          <a:prstGeom prst="rect"/>
          <a:noFill/>
          <a:ln>
            <a:noFill/>
          </a:ln>
          <a:effectLst/>
        </p:spPr>
      </p:pic>
    </p:spTree>
  </p:cSld>
  <p:clrMapOvr>
    <a:masterClrMapping/>
  </p:clrMapOvr>
  <p:transition spd="slow">
    <p:push dir="u"/>
  </p:transition>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44" name="Content Placeholder 2"/>
          <p:cNvSpPr>
            <a:spLocks noGrp="1"/>
          </p:cNvSpPr>
          <p:nvPr>
            <p:ph idx="1"/>
          </p:nvPr>
        </p:nvSpPr>
        <p:spPr>
          <a:xfrm>
            <a:off x="142240" y="121920"/>
            <a:ext cx="11826240" cy="6604000"/>
          </a:xfrm>
        </p:spPr>
        <p:txBody>
          <a:bodyPr>
            <a:normAutofit/>
          </a:bodyPr>
          <a:p>
            <a:pPr indent="0" marL="0">
              <a:buNone/>
            </a:pPr>
            <a:r>
              <a:rPr dirty="0" sz="3200" lang="en-IN" smtClean="0">
                <a:solidFill>
                  <a:srgbClr val="FCF862"/>
                </a:solidFill>
                <a:latin typeface="Times New Roman" panose="02020603050405020304" pitchFamily="18" charset="0"/>
                <a:cs typeface="Times New Roman" panose="02020603050405020304" pitchFamily="18" charset="0"/>
              </a:rPr>
              <a:t>CLASSIFICATION</a:t>
            </a:r>
            <a:endParaRPr dirty="0" sz="3200" lang="en-IN">
              <a:solidFill>
                <a:srgbClr val="FCF862"/>
              </a:solidFill>
              <a:latin typeface="Times New Roman" panose="02020603050405020304" pitchFamily="18" charset="0"/>
              <a:cs typeface="Times New Roman" panose="02020603050405020304" pitchFamily="18" charset="0"/>
            </a:endParaRPr>
          </a:p>
        </p:txBody>
      </p:sp>
      <p:pic>
        <p:nvPicPr>
          <p:cNvPr id="2097186" name="Picture 3"/>
          <p:cNvPicPr>
            <a:picLocks noChangeAspect="1"/>
          </p:cNvPicPr>
          <p:nvPr/>
        </p:nvPicPr>
        <p:blipFill>
          <a:blip xmlns:r="http://schemas.openxmlformats.org/officeDocument/2006/relationships" r:embed="rId1"/>
          <a:stretch>
            <a:fillRect/>
          </a:stretch>
        </p:blipFill>
        <p:spPr>
          <a:xfrm>
            <a:off x="593640" y="1333442"/>
            <a:ext cx="3283119" cy="4041198"/>
          </a:xfrm>
          <a:prstGeom prst="rect"/>
        </p:spPr>
      </p:pic>
      <p:pic>
        <p:nvPicPr>
          <p:cNvPr id="2097187" name="Picture 5"/>
          <p:cNvPicPr>
            <a:picLocks noChangeAspect="1"/>
          </p:cNvPicPr>
          <p:nvPr/>
        </p:nvPicPr>
        <p:blipFill>
          <a:blip xmlns:r="http://schemas.openxmlformats.org/officeDocument/2006/relationships" r:embed="rId2"/>
          <a:stretch>
            <a:fillRect/>
          </a:stretch>
        </p:blipFill>
        <p:spPr>
          <a:xfrm>
            <a:off x="4913507" y="1333442"/>
            <a:ext cx="5654662" cy="4041198"/>
          </a:xfrm>
          <a:prstGeom prst="rect"/>
        </p:spPr>
      </p:pic>
      <p:sp>
        <p:nvSpPr>
          <p:cNvPr id="1048645" name="Slide Number Placeholder 1"/>
          <p:cNvSpPr>
            <a:spLocks noGrp="1"/>
          </p:cNvSpPr>
          <p:nvPr>
            <p:ph type="sldNum" sz="quarter" idx="12"/>
          </p:nvPr>
        </p:nvSpPr>
        <p:spPr/>
        <p:txBody>
          <a:bodyPr/>
          <a:p>
            <a:fld id="{157A204F-D74D-4F05-A4FE-D7F1F4F4B8CD}" type="slidenum">
              <a:rPr lang="en-IN" smtClean="0"/>
              <a:t>17</a:t>
            </a:fld>
            <a:endParaRPr lang="en-IN"/>
          </a:p>
        </p:txBody>
      </p:sp>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2097186"/>
                                        </p:tgtEl>
                                        <p:attrNameLst>
                                          <p:attrName>style.visibility</p:attrName>
                                        </p:attrNameLst>
                                      </p:cBhvr>
                                      <p:to>
                                        <p:strVal val="visible"/>
                                      </p:to>
                                    </p:set>
                                    <p:anim calcmode="lin" valueType="num">
                                      <p:cBhvr additive="base">
                                        <p:cTn dur="500" fill="hold" id="7"/>
                                        <p:tgtEl>
                                          <p:spTgt spid="2097186"/>
                                        </p:tgtEl>
                                        <p:attrNameLst>
                                          <p:attrName>ppt_x</p:attrName>
                                        </p:attrNameLst>
                                      </p:cBhvr>
                                      <p:tavLst>
                                        <p:tav tm="0">
                                          <p:val>
                                            <p:strVal val="#ppt_x"/>
                                          </p:val>
                                        </p:tav>
                                        <p:tav tm="100000">
                                          <p:val>
                                            <p:strVal val="#ppt_x"/>
                                          </p:val>
                                        </p:tav>
                                      </p:tavLst>
                                    </p:anim>
                                    <p:anim calcmode="lin" valueType="num">
                                      <p:cBhvr additive="base">
                                        <p:cTn dur="500" fill="hold" id="8"/>
                                        <p:tgtEl>
                                          <p:spTgt spid="2097186"/>
                                        </p:tgtEl>
                                        <p:attrNameLst>
                                          <p:attrName>ppt_y</p:attrName>
                                        </p:attrNameLst>
                                      </p:cBhvr>
                                      <p:tavLst>
                                        <p:tav tm="0">
                                          <p:val>
                                            <p:strVal val="1+#ppt_h/2"/>
                                          </p:val>
                                        </p:tav>
                                        <p:tav tm="100000">
                                          <p:val>
                                            <p:strVal val="#ppt_y"/>
                                          </p:val>
                                        </p:tav>
                                      </p:tavLst>
                                    </p:anim>
                                  </p:childTnLst>
                                </p:cTn>
                              </p:par>
                              <p:par>
                                <p:cTn fill="hold" id="9" nodeType="withEffect" presetClass="entr" presetID="2" presetSubtype="4">
                                  <p:stCondLst>
                                    <p:cond delay="0"/>
                                  </p:stCondLst>
                                  <p:childTnLst>
                                    <p:set>
                                      <p:cBhvr>
                                        <p:cTn dur="1" fill="hold" id="10">
                                          <p:stCondLst>
                                            <p:cond delay="0"/>
                                          </p:stCondLst>
                                        </p:cTn>
                                        <p:tgtEl>
                                          <p:spTgt spid="2097187"/>
                                        </p:tgtEl>
                                        <p:attrNameLst>
                                          <p:attrName>style.visibility</p:attrName>
                                        </p:attrNameLst>
                                      </p:cBhvr>
                                      <p:to>
                                        <p:strVal val="visible"/>
                                      </p:to>
                                    </p:set>
                                    <p:anim calcmode="lin" valueType="num">
                                      <p:cBhvr additive="base">
                                        <p:cTn dur="500" fill="hold" id="11"/>
                                        <p:tgtEl>
                                          <p:spTgt spid="2097187"/>
                                        </p:tgtEl>
                                        <p:attrNameLst>
                                          <p:attrName>ppt_x</p:attrName>
                                        </p:attrNameLst>
                                      </p:cBhvr>
                                      <p:tavLst>
                                        <p:tav tm="0">
                                          <p:val>
                                            <p:strVal val="#ppt_x"/>
                                          </p:val>
                                        </p:tav>
                                        <p:tav tm="100000">
                                          <p:val>
                                            <p:strVal val="#ppt_x"/>
                                          </p:val>
                                        </p:tav>
                                      </p:tavLst>
                                    </p:anim>
                                    <p:anim calcmode="lin" valueType="num">
                                      <p:cBhvr additive="base">
                                        <p:cTn dur="500" fill="hold" id="12"/>
                                        <p:tgtEl>
                                          <p:spTgt spid="20971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46" name="Content Placeholder 2"/>
          <p:cNvSpPr>
            <a:spLocks noGrp="1"/>
          </p:cNvSpPr>
          <p:nvPr>
            <p:ph idx="1"/>
          </p:nvPr>
        </p:nvSpPr>
        <p:spPr>
          <a:xfrm>
            <a:off x="142240" y="121920"/>
            <a:ext cx="11826240" cy="6604000"/>
          </a:xfrm>
        </p:spPr>
        <p:txBody>
          <a:bodyPr>
            <a:normAutofit/>
          </a:bodyPr>
          <a:p>
            <a:pPr indent="0" marL="0">
              <a:buNone/>
            </a:pPr>
            <a:r>
              <a:rPr dirty="0" sz="3200" lang="en-IN" smtClean="0">
                <a:solidFill>
                  <a:srgbClr val="FCF862"/>
                </a:solidFill>
                <a:latin typeface="Times New Roman" panose="02020603050405020304" pitchFamily="18" charset="0"/>
                <a:cs typeface="Times New Roman" panose="02020603050405020304" pitchFamily="18" charset="0"/>
              </a:rPr>
              <a:t>NEURALNETWORK</a:t>
            </a:r>
          </a:p>
          <a:p>
            <a:pPr indent="0" marL="0">
              <a:buNone/>
            </a:pPr>
            <a:endParaRPr dirty="0" sz="3200" lang="en-IN">
              <a:solidFill>
                <a:srgbClr val="FCF862"/>
              </a:solidFill>
              <a:latin typeface="Times New Roman" panose="02020603050405020304" pitchFamily="18" charset="0"/>
              <a:cs typeface="Times New Roman" panose="02020603050405020304" pitchFamily="18" charset="0"/>
            </a:endParaRPr>
          </a:p>
        </p:txBody>
      </p:sp>
      <p:sp>
        <p:nvSpPr>
          <p:cNvPr id="1048647" name="Curved Down Arrow 5"/>
          <p:cNvSpPr/>
          <p:nvPr/>
        </p:nvSpPr>
        <p:spPr>
          <a:xfrm>
            <a:off x="5341079" y="5782704"/>
            <a:ext cx="1821721" cy="660400"/>
          </a:xfrm>
          <a:prstGeom prst="curvedDownArrow"/>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en-IN">
              <a:solidFill>
                <a:schemeClr val="tx1"/>
              </a:solidFill>
            </a:endParaRPr>
          </a:p>
        </p:txBody>
      </p:sp>
      <p:sp>
        <p:nvSpPr>
          <p:cNvPr id="1048648" name="TextBox 6"/>
          <p:cNvSpPr txBox="1"/>
          <p:nvPr/>
        </p:nvSpPr>
        <p:spPr>
          <a:xfrm>
            <a:off x="7162800" y="6356350"/>
            <a:ext cx="2387600" cy="400110"/>
          </a:xfrm>
          <a:prstGeom prst="rect"/>
          <a:noFill/>
          <a:ln>
            <a:noFill/>
          </a:ln>
        </p:spPr>
        <p:txBody>
          <a:bodyPr rtlCol="0" wrap="square">
            <a:spAutoFit/>
          </a:bodyPr>
          <a:p>
            <a:r>
              <a:rPr dirty="0" sz="2000" lang="en-IN" smtClean="0">
                <a:latin typeface="Times New Roman" panose="02020603050405020304" pitchFamily="18" charset="0"/>
                <a:cs typeface="Times New Roman" panose="02020603050405020304" pitchFamily="18" charset="0"/>
              </a:rPr>
              <a:t>Highest Accuracy</a:t>
            </a:r>
            <a:endParaRPr dirty="0" lang="en-IN">
              <a:latin typeface="Times New Roman" panose="02020603050405020304" pitchFamily="18" charset="0"/>
              <a:cs typeface="Times New Roman" panose="02020603050405020304" pitchFamily="18" charset="0"/>
            </a:endParaRPr>
          </a:p>
        </p:txBody>
      </p:sp>
      <p:pic>
        <p:nvPicPr>
          <p:cNvPr id="2097188" name="Picture 8"/>
          <p:cNvPicPr>
            <a:picLocks noChangeAspect="1"/>
          </p:cNvPicPr>
          <p:nvPr/>
        </p:nvPicPr>
        <p:blipFill>
          <a:blip xmlns:r="http://schemas.openxmlformats.org/officeDocument/2006/relationships" r:embed="rId1"/>
          <a:stretch>
            <a:fillRect/>
          </a:stretch>
        </p:blipFill>
        <p:spPr>
          <a:xfrm>
            <a:off x="203200" y="2527342"/>
            <a:ext cx="5118162" cy="1447874"/>
          </a:xfrm>
          <a:prstGeom prst="rect"/>
        </p:spPr>
      </p:pic>
      <p:sp>
        <p:nvSpPr>
          <p:cNvPr id="1048649" name="Slide Number Placeholder 16"/>
          <p:cNvSpPr>
            <a:spLocks noGrp="1"/>
          </p:cNvSpPr>
          <p:nvPr>
            <p:ph type="sldNum" sz="quarter" idx="12"/>
          </p:nvPr>
        </p:nvSpPr>
        <p:spPr/>
        <p:txBody>
          <a:bodyPr/>
          <a:p>
            <a:fld id="{157A204F-D74D-4F05-A4FE-D7F1F4F4B8CD}" type="slidenum">
              <a:rPr lang="en-IN" smtClean="0"/>
              <a:t>18</a:t>
            </a:fld>
            <a:endParaRPr lang="en-IN"/>
          </a:p>
        </p:txBody>
      </p:sp>
      <p:pic>
        <p:nvPicPr>
          <p:cNvPr id="2097189" name="Picture 1"/>
          <p:cNvPicPr>
            <a:picLocks noChangeAspect="1"/>
          </p:cNvPicPr>
          <p:nvPr/>
        </p:nvPicPr>
        <p:blipFill>
          <a:blip xmlns:r="http://schemas.openxmlformats.org/officeDocument/2006/relationships" r:embed="rId2"/>
          <a:stretch>
            <a:fillRect/>
          </a:stretch>
        </p:blipFill>
        <p:spPr>
          <a:xfrm>
            <a:off x="203200" y="4174479"/>
            <a:ext cx="5118162" cy="2543048"/>
          </a:xfrm>
          <a:prstGeom prst="rect"/>
        </p:spPr>
      </p:pic>
      <p:pic>
        <p:nvPicPr>
          <p:cNvPr id="2097190" name="Picture 3"/>
          <p:cNvPicPr>
            <a:picLocks noChangeAspect="1"/>
          </p:cNvPicPr>
          <p:nvPr/>
        </p:nvPicPr>
        <p:blipFill>
          <a:blip xmlns:r="http://schemas.openxmlformats.org/officeDocument/2006/relationships" r:embed="rId3"/>
          <a:stretch>
            <a:fillRect/>
          </a:stretch>
        </p:blipFill>
        <p:spPr>
          <a:xfrm>
            <a:off x="5902959" y="967678"/>
            <a:ext cx="5628106" cy="2953831"/>
          </a:xfrm>
          <a:prstGeom prst="rect"/>
        </p:spPr>
      </p:pic>
      <p:pic>
        <p:nvPicPr>
          <p:cNvPr id="2097191" name="Picture 9"/>
          <p:cNvPicPr>
            <a:picLocks noChangeAspect="1"/>
          </p:cNvPicPr>
          <p:nvPr/>
        </p:nvPicPr>
        <p:blipFill>
          <a:blip xmlns:r="http://schemas.openxmlformats.org/officeDocument/2006/relationships" r:embed="rId4"/>
          <a:stretch>
            <a:fillRect/>
          </a:stretch>
        </p:blipFill>
        <p:spPr>
          <a:xfrm>
            <a:off x="203200" y="967678"/>
            <a:ext cx="5118162" cy="1581231"/>
          </a:xfrm>
          <a:prstGeom prst="rect"/>
        </p:spPr>
      </p:pic>
    </p:spTree>
  </p:cSld>
  <p:clrMapOvr>
    <a:masterClrMapping/>
  </p:clrMapOvr>
  <p:transition spd="slow">
    <p:push dir="u"/>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2097191"/>
                                        </p:tgtEl>
                                        <p:attrNameLst>
                                          <p:attrName>style.visibility</p:attrName>
                                        </p:attrNameLst>
                                      </p:cBhvr>
                                      <p:to>
                                        <p:strVal val="visible"/>
                                      </p:to>
                                    </p:set>
                                    <p:anim calcmode="lin" valueType="num">
                                      <p:cBhvr additive="base">
                                        <p:cTn dur="500" fill="hold" id="7"/>
                                        <p:tgtEl>
                                          <p:spTgt spid="2097191"/>
                                        </p:tgtEl>
                                        <p:attrNameLst>
                                          <p:attrName>ppt_x</p:attrName>
                                        </p:attrNameLst>
                                      </p:cBhvr>
                                      <p:tavLst>
                                        <p:tav tm="0">
                                          <p:val>
                                            <p:strVal val="#ppt_x"/>
                                          </p:val>
                                        </p:tav>
                                        <p:tav tm="100000">
                                          <p:val>
                                            <p:strVal val="#ppt_x"/>
                                          </p:val>
                                        </p:tav>
                                      </p:tavLst>
                                    </p:anim>
                                    <p:anim calcmode="lin" valueType="num">
                                      <p:cBhvr additive="base">
                                        <p:cTn dur="500" fill="hold" id="8"/>
                                        <p:tgtEl>
                                          <p:spTgt spid="2097191"/>
                                        </p:tgtEl>
                                        <p:attrNameLst>
                                          <p:attrName>ppt_y</p:attrName>
                                        </p:attrNameLst>
                                      </p:cBhvr>
                                      <p:tavLst>
                                        <p:tav tm="0">
                                          <p:val>
                                            <p:strVal val="1+#ppt_h/2"/>
                                          </p:val>
                                        </p:tav>
                                        <p:tav tm="100000">
                                          <p:val>
                                            <p:strVal val="#ppt_y"/>
                                          </p:val>
                                        </p:tav>
                                      </p:tavLst>
                                    </p:anim>
                                  </p:childTnLst>
                                </p:cTn>
                              </p:par>
                              <p:par>
                                <p:cTn fill="hold" id="9" nodeType="withEffect" presetClass="entr" presetID="2" presetSubtype="4">
                                  <p:stCondLst>
                                    <p:cond delay="0"/>
                                  </p:stCondLst>
                                  <p:childTnLst>
                                    <p:set>
                                      <p:cBhvr>
                                        <p:cTn dur="1" fill="hold" id="10">
                                          <p:stCondLst>
                                            <p:cond delay="0"/>
                                          </p:stCondLst>
                                        </p:cTn>
                                        <p:tgtEl>
                                          <p:spTgt spid="2097188"/>
                                        </p:tgtEl>
                                        <p:attrNameLst>
                                          <p:attrName>style.visibility</p:attrName>
                                        </p:attrNameLst>
                                      </p:cBhvr>
                                      <p:to>
                                        <p:strVal val="visible"/>
                                      </p:to>
                                    </p:set>
                                    <p:anim calcmode="lin" valueType="num">
                                      <p:cBhvr additive="base">
                                        <p:cTn dur="500" fill="hold" id="11"/>
                                        <p:tgtEl>
                                          <p:spTgt spid="2097188"/>
                                        </p:tgtEl>
                                        <p:attrNameLst>
                                          <p:attrName>ppt_x</p:attrName>
                                        </p:attrNameLst>
                                      </p:cBhvr>
                                      <p:tavLst>
                                        <p:tav tm="0">
                                          <p:val>
                                            <p:strVal val="#ppt_x"/>
                                          </p:val>
                                        </p:tav>
                                        <p:tav tm="100000">
                                          <p:val>
                                            <p:strVal val="#ppt_x"/>
                                          </p:val>
                                        </p:tav>
                                      </p:tavLst>
                                    </p:anim>
                                    <p:anim calcmode="lin" valueType="num">
                                      <p:cBhvr additive="base">
                                        <p:cTn dur="500" fill="hold" id="12"/>
                                        <p:tgtEl>
                                          <p:spTgt spid="2097188"/>
                                        </p:tgtEl>
                                        <p:attrNameLst>
                                          <p:attrName>ppt_y</p:attrName>
                                        </p:attrNameLst>
                                      </p:cBhvr>
                                      <p:tavLst>
                                        <p:tav tm="0">
                                          <p:val>
                                            <p:strVal val="1+#ppt_h/2"/>
                                          </p:val>
                                        </p:tav>
                                        <p:tav tm="100000">
                                          <p:val>
                                            <p:strVal val="#ppt_y"/>
                                          </p:val>
                                        </p:tav>
                                      </p:tavLst>
                                    </p:anim>
                                  </p:childTnLst>
                                </p:cTn>
                              </p:par>
                              <p:par>
                                <p:cTn fill="hold" id="13" nodeType="withEffect" presetClass="entr" presetID="2" presetSubtype="4">
                                  <p:stCondLst>
                                    <p:cond delay="0"/>
                                  </p:stCondLst>
                                  <p:childTnLst>
                                    <p:set>
                                      <p:cBhvr>
                                        <p:cTn dur="1" fill="hold" id="14">
                                          <p:stCondLst>
                                            <p:cond delay="0"/>
                                          </p:stCondLst>
                                        </p:cTn>
                                        <p:tgtEl>
                                          <p:spTgt spid="2097189"/>
                                        </p:tgtEl>
                                        <p:attrNameLst>
                                          <p:attrName>style.visibility</p:attrName>
                                        </p:attrNameLst>
                                      </p:cBhvr>
                                      <p:to>
                                        <p:strVal val="visible"/>
                                      </p:to>
                                    </p:set>
                                    <p:anim calcmode="lin" valueType="num">
                                      <p:cBhvr additive="base">
                                        <p:cTn dur="500" fill="hold" id="15"/>
                                        <p:tgtEl>
                                          <p:spTgt spid="2097189"/>
                                        </p:tgtEl>
                                        <p:attrNameLst>
                                          <p:attrName>ppt_x</p:attrName>
                                        </p:attrNameLst>
                                      </p:cBhvr>
                                      <p:tavLst>
                                        <p:tav tm="0">
                                          <p:val>
                                            <p:strVal val="#ppt_x"/>
                                          </p:val>
                                        </p:tav>
                                        <p:tav tm="100000">
                                          <p:val>
                                            <p:strVal val="#ppt_x"/>
                                          </p:val>
                                        </p:tav>
                                      </p:tavLst>
                                    </p:anim>
                                    <p:anim calcmode="lin" valueType="num">
                                      <p:cBhvr additive="base">
                                        <p:cTn dur="500" fill="hold" id="16"/>
                                        <p:tgtEl>
                                          <p:spTgt spid="2097189"/>
                                        </p:tgtEl>
                                        <p:attrNameLst>
                                          <p:attrName>ppt_y</p:attrName>
                                        </p:attrNameLst>
                                      </p:cBhvr>
                                      <p:tavLst>
                                        <p:tav tm="0">
                                          <p:val>
                                            <p:strVal val="1+#ppt_h/2"/>
                                          </p:val>
                                        </p:tav>
                                        <p:tav tm="100000">
                                          <p:val>
                                            <p:strVal val="#ppt_y"/>
                                          </p:val>
                                        </p:tav>
                                      </p:tavLst>
                                    </p:anim>
                                  </p:childTnLst>
                                </p:cTn>
                              </p:par>
                              <p:par>
                                <p:cTn fill="hold" id="17" nodeType="withEffect" presetClass="entr" presetID="2" presetSubtype="4">
                                  <p:stCondLst>
                                    <p:cond delay="0"/>
                                  </p:stCondLst>
                                  <p:childTnLst>
                                    <p:set>
                                      <p:cBhvr>
                                        <p:cTn dur="1" fill="hold" id="18">
                                          <p:stCondLst>
                                            <p:cond delay="0"/>
                                          </p:stCondLst>
                                        </p:cTn>
                                        <p:tgtEl>
                                          <p:spTgt spid="2097190"/>
                                        </p:tgtEl>
                                        <p:attrNameLst>
                                          <p:attrName>style.visibility</p:attrName>
                                        </p:attrNameLst>
                                      </p:cBhvr>
                                      <p:to>
                                        <p:strVal val="visible"/>
                                      </p:to>
                                    </p:set>
                                    <p:anim calcmode="lin" valueType="num">
                                      <p:cBhvr additive="base">
                                        <p:cTn dur="500" fill="hold" id="19"/>
                                        <p:tgtEl>
                                          <p:spTgt spid="2097190"/>
                                        </p:tgtEl>
                                        <p:attrNameLst>
                                          <p:attrName>ppt_x</p:attrName>
                                        </p:attrNameLst>
                                      </p:cBhvr>
                                      <p:tavLst>
                                        <p:tav tm="0">
                                          <p:val>
                                            <p:strVal val="#ppt_x"/>
                                          </p:val>
                                        </p:tav>
                                        <p:tav tm="100000">
                                          <p:val>
                                            <p:strVal val="#ppt_x"/>
                                          </p:val>
                                        </p:tav>
                                      </p:tavLst>
                                    </p:anim>
                                    <p:anim calcmode="lin" valueType="num">
                                      <p:cBhvr additive="base">
                                        <p:cTn dur="500" fill="hold" id="20"/>
                                        <p:tgtEl>
                                          <p:spTgt spid="2097190"/>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grpId="0" id="23" nodeType="clickEffect" presetClass="entr" presetID="1" presetSubtype="0">
                                  <p:stCondLst>
                                    <p:cond delay="0"/>
                                  </p:stCondLst>
                                  <p:childTnLst>
                                    <p:set>
                                      <p:cBhvr>
                                        <p:cTn dur="1" fill="hold" id="24">
                                          <p:stCondLst>
                                            <p:cond delay="0"/>
                                          </p:stCondLst>
                                        </p:cTn>
                                        <p:tgtEl>
                                          <p:spTgt spid="1048647"/>
                                        </p:tgtEl>
                                        <p:attrNameLst>
                                          <p:attrName>style.visibility</p:attrName>
                                        </p:attrNameLst>
                                      </p:cBhvr>
                                      <p:to>
                                        <p:strVal val="visible"/>
                                      </p:to>
                                    </p:set>
                                  </p:childTnLst>
                                </p:cTn>
                              </p:par>
                            </p:childTnLst>
                          </p:cTn>
                        </p:par>
                      </p:childTnLst>
                    </p:cTn>
                  </p:par>
                  <p:par>
                    <p:cTn fill="hold" id="25">
                      <p:stCondLst>
                        <p:cond delay="indefinite"/>
                      </p:stCondLst>
                      <p:childTnLst>
                        <p:par>
                          <p:cTn fill="hold" id="26">
                            <p:stCondLst>
                              <p:cond delay="0"/>
                            </p:stCondLst>
                            <p:childTnLst>
                              <p:par>
                                <p:cTn fill="hold" grpId="0" id="27" nodeType="clickEffect" presetClass="entr" presetID="1" presetSubtype="0">
                                  <p:stCondLst>
                                    <p:cond delay="0"/>
                                  </p:stCondLst>
                                  <p:childTnLst>
                                    <p:set>
                                      <p:cBhvr>
                                        <p:cTn dur="1" fill="hold" id="28">
                                          <p:stCondLst>
                                            <p:cond delay="0"/>
                                          </p:stCondLst>
                                        </p:cTn>
                                        <p:tgtEl>
                                          <p:spTgt spid="10486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7" grpId="0" animBg="1"/>
      <p:bldP spid="104864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50" name="Content Placeholder 2"/>
          <p:cNvSpPr>
            <a:spLocks noGrp="1"/>
          </p:cNvSpPr>
          <p:nvPr>
            <p:ph idx="1"/>
          </p:nvPr>
        </p:nvSpPr>
        <p:spPr>
          <a:xfrm>
            <a:off x="182880" y="193040"/>
            <a:ext cx="11856720" cy="6482080"/>
          </a:xfrm>
        </p:spPr>
        <p:txBody>
          <a:bodyPr>
            <a:normAutofit/>
          </a:bodyPr>
          <a:p>
            <a:pPr indent="0" marL="0">
              <a:buNone/>
            </a:pPr>
            <a:r>
              <a:rPr dirty="0" sz="4000" lang="en-IN" smtClean="0">
                <a:solidFill>
                  <a:srgbClr val="FCF862"/>
                </a:solidFill>
                <a:latin typeface="Times New Roman" panose="02020603050405020304" pitchFamily="18" charset="0"/>
                <a:cs typeface="Times New Roman" panose="02020603050405020304" pitchFamily="18" charset="0"/>
              </a:rPr>
              <a:t>CONCLUSION</a:t>
            </a:r>
            <a:endParaRPr dirty="0" sz="4000" lang="en-IN">
              <a:solidFill>
                <a:srgbClr val="FCF862"/>
              </a:solidFill>
              <a:latin typeface="Times New Roman" panose="02020603050405020304" pitchFamily="18" charset="0"/>
              <a:cs typeface="Times New Roman" panose="02020603050405020304" pitchFamily="18" charset="0"/>
            </a:endParaRPr>
          </a:p>
          <a:p>
            <a:pPr indent="0" marL="0">
              <a:buNone/>
            </a:pPr>
            <a:endParaRPr dirty="0" sz="4000" lang="en-IN">
              <a:solidFill>
                <a:srgbClr val="FCF862"/>
              </a:solidFill>
              <a:latin typeface="Times New Roman" panose="02020603050405020304" pitchFamily="18" charset="0"/>
              <a:cs typeface="Times New Roman" panose="02020603050405020304" pitchFamily="18" charset="0"/>
            </a:endParaRPr>
          </a:p>
        </p:txBody>
      </p:sp>
      <p:sp>
        <p:nvSpPr>
          <p:cNvPr id="1048651" name="TextBox 3"/>
          <p:cNvSpPr txBox="1"/>
          <p:nvPr/>
        </p:nvSpPr>
        <p:spPr>
          <a:xfrm>
            <a:off x="182880" y="894080"/>
            <a:ext cx="10210800" cy="2936240"/>
          </a:xfrm>
          <a:prstGeom prst="rect"/>
          <a:noFill/>
        </p:spPr>
        <p:txBody>
          <a:bodyPr rtlCol="0" wrap="square">
            <a:spAutoFit/>
          </a:bodyPr>
          <a:p>
            <a:pPr algn="just" indent="-342900" marL="342900">
              <a:buFont typeface="Wingdings" panose="05000000000000000000" pitchFamily="2" charset="2"/>
              <a:buChar char="Ø"/>
            </a:pPr>
            <a:r>
              <a:rPr dirty="0" sz="2400" lang="en-IN" smtClean="0">
                <a:latin typeface="Times New Roman" panose="02020603050405020304" pitchFamily="18" charset="0"/>
                <a:cs typeface="Times New Roman" panose="02020603050405020304" pitchFamily="18" charset="0"/>
              </a:rPr>
              <a:t>In regression </a:t>
            </a:r>
            <a:r>
              <a:rPr dirty="0" sz="2400" lang="en-IN" err="1" smtClean="0">
                <a:latin typeface="Times New Roman" panose="02020603050405020304" pitchFamily="18" charset="0"/>
                <a:cs typeface="Times New Roman" panose="02020603050405020304" pitchFamily="18" charset="0"/>
              </a:rPr>
              <a:t>Xgboost</a:t>
            </a:r>
            <a:r>
              <a:rPr dirty="0" sz="2400" lang="en-IN" smtClean="0">
                <a:latin typeface="Times New Roman" panose="02020603050405020304" pitchFamily="18" charset="0"/>
                <a:cs typeface="Times New Roman" panose="02020603050405020304" pitchFamily="18" charset="0"/>
              </a:rPr>
              <a:t> is giving the least </a:t>
            </a:r>
            <a:r>
              <a:rPr dirty="0" sz="2400" lang="en-IN" err="1" smtClean="0">
                <a:latin typeface="Times New Roman" panose="02020603050405020304" pitchFamily="18" charset="0"/>
                <a:cs typeface="Times New Roman" panose="02020603050405020304" pitchFamily="18" charset="0"/>
              </a:rPr>
              <a:t>mape</a:t>
            </a:r>
            <a:r>
              <a:rPr dirty="0" sz="2400" lang="en-IN" smtClean="0">
                <a:latin typeface="Times New Roman" panose="02020603050405020304" pitchFamily="18" charset="0"/>
                <a:cs typeface="Times New Roman" panose="02020603050405020304" pitchFamily="18" charset="0"/>
              </a:rPr>
              <a:t> </a:t>
            </a:r>
            <a:r>
              <a:rPr dirty="0" sz="2400" lang="en-IN" err="1" smtClean="0">
                <a:latin typeface="Times New Roman" panose="02020603050405020304" pitchFamily="18" charset="0"/>
                <a:cs typeface="Times New Roman" panose="02020603050405020304" pitchFamily="18" charset="0"/>
              </a:rPr>
              <a:t>i.e</a:t>
            </a:r>
            <a:r>
              <a:rPr dirty="0" sz="2400" lang="en-IN" smtClean="0">
                <a:latin typeface="Times New Roman" panose="02020603050405020304" pitchFamily="18" charset="0"/>
                <a:cs typeface="Times New Roman" panose="02020603050405020304" pitchFamily="18" charset="0"/>
              </a:rPr>
              <a:t> </a:t>
            </a:r>
            <a:r>
              <a:rPr dirty="0" sz="2400" lang="en-US" smtClean="0">
                <a:latin typeface="Times New Roman" panose="02020603050405020304" pitchFamily="18" charset="0"/>
                <a:cs typeface="Times New Roman" panose="02020603050405020304" pitchFamily="18" charset="0"/>
              </a:rPr>
              <a:t>7</a:t>
            </a:r>
            <a:r>
              <a:rPr dirty="0" sz="2400" lang="en-US" smtClean="0">
                <a:latin typeface="Times New Roman" panose="02020603050405020304" pitchFamily="18" charset="0"/>
                <a:cs typeface="Times New Roman" panose="02020603050405020304" pitchFamily="18" charset="0"/>
              </a:rPr>
              <a:t>.</a:t>
            </a:r>
            <a:r>
              <a:rPr dirty="0" sz="2400" lang="en-IN" smtClean="0">
                <a:latin typeface="Times New Roman" panose="02020603050405020304" pitchFamily="18" charset="0"/>
                <a:cs typeface="Times New Roman" panose="02020603050405020304" pitchFamily="18" charset="0"/>
              </a:rPr>
              <a:t>6</a:t>
            </a:r>
            <a:r>
              <a:rPr dirty="0" sz="2400" lang="en-US" smtClean="0">
                <a:latin typeface="Times New Roman" panose="02020603050405020304" pitchFamily="18" charset="0"/>
                <a:cs typeface="Times New Roman" panose="02020603050405020304" pitchFamily="18" charset="0"/>
              </a:rPr>
              <a:t>0</a:t>
            </a:r>
            <a:r>
              <a:rPr dirty="0" sz="2400" lang="en-IN" smtClean="0">
                <a:latin typeface="Times New Roman" panose="02020603050405020304" pitchFamily="18" charset="0"/>
                <a:cs typeface="Times New Roman" panose="02020603050405020304" pitchFamily="18" charset="0"/>
              </a:rPr>
              <a:t> for the train and test split 8</a:t>
            </a:r>
            <a:r>
              <a:rPr dirty="0" sz="2400" lang="en-US" smtClean="0">
                <a:latin typeface="Times New Roman" panose="02020603050405020304" pitchFamily="18" charset="0"/>
                <a:cs typeface="Times New Roman" panose="02020603050405020304" pitchFamily="18" charset="0"/>
              </a:rPr>
              <a:t>0</a:t>
            </a:r>
            <a:r>
              <a:rPr dirty="0" sz="2400" lang="en-US" smtClean="0">
                <a:latin typeface="Times New Roman" panose="02020603050405020304" pitchFamily="18" charset="0"/>
                <a:cs typeface="Times New Roman" panose="02020603050405020304" pitchFamily="18" charset="0"/>
              </a:rPr>
              <a:t>-</a:t>
            </a:r>
            <a:r>
              <a:rPr dirty="0" sz="2400" lang="en-IN" smtClean="0">
                <a:latin typeface="Times New Roman" panose="02020603050405020304" pitchFamily="18" charset="0"/>
                <a:cs typeface="Times New Roman" panose="02020603050405020304" pitchFamily="18" charset="0"/>
              </a:rPr>
              <a:t>20 ratio </a:t>
            </a:r>
            <a:endParaRPr altLang="en-US" lang="zh-CN"/>
          </a:p>
          <a:p>
            <a:pPr algn="just"/>
            <a:endParaRPr dirty="0" sz="2400" lang="en-IN" smtClean="0">
              <a:latin typeface="Times New Roman" panose="02020603050405020304" pitchFamily="18" charset="0"/>
              <a:cs typeface="Times New Roman" panose="02020603050405020304" pitchFamily="18" charset="0"/>
            </a:endParaRPr>
          </a:p>
          <a:p>
            <a:pPr algn="just" indent="-342900" marL="342900">
              <a:buFont typeface="Wingdings" panose="05000000000000000000" pitchFamily="2" charset="2"/>
              <a:buChar char="Ø"/>
            </a:pPr>
            <a:r>
              <a:rPr dirty="0" sz="2400" lang="en-IN" smtClean="0">
                <a:latin typeface="Times New Roman" panose="02020603050405020304" pitchFamily="18" charset="0"/>
                <a:cs typeface="Times New Roman" panose="02020603050405020304" pitchFamily="18" charset="0"/>
              </a:rPr>
              <a:t>In classification random forest is giving the highest accuracy </a:t>
            </a:r>
            <a:r>
              <a:rPr dirty="0" sz="2400" lang="en-IN" err="1" smtClean="0">
                <a:latin typeface="Times New Roman" panose="02020603050405020304" pitchFamily="18" charset="0"/>
                <a:cs typeface="Times New Roman" panose="02020603050405020304" pitchFamily="18" charset="0"/>
              </a:rPr>
              <a:t>i.e</a:t>
            </a:r>
            <a:r>
              <a:rPr dirty="0" sz="2400" lang="en-IN" smtClean="0">
                <a:latin typeface="Times New Roman" panose="02020603050405020304" pitchFamily="18" charset="0"/>
                <a:cs typeface="Times New Roman" panose="02020603050405020304" pitchFamily="18" charset="0"/>
              </a:rPr>
              <a:t> </a:t>
            </a:r>
            <a:r>
              <a:rPr dirty="0" sz="2400" lang="en-US" smtClean="0">
                <a:latin typeface="Times New Roman" panose="02020603050405020304" pitchFamily="18" charset="0"/>
                <a:cs typeface="Times New Roman" panose="02020603050405020304" pitchFamily="18" charset="0"/>
              </a:rPr>
              <a:t>8</a:t>
            </a:r>
            <a:r>
              <a:rPr dirty="0" sz="2400" lang="en-US" smtClean="0">
                <a:latin typeface="Times New Roman" panose="02020603050405020304" pitchFamily="18" charset="0"/>
                <a:cs typeface="Times New Roman" panose="02020603050405020304" pitchFamily="18" charset="0"/>
              </a:rPr>
              <a:t>0</a:t>
            </a:r>
            <a:r>
              <a:rPr dirty="0" sz="2400" lang="en-IN" smtClean="0">
                <a:latin typeface="Times New Roman" panose="02020603050405020304" pitchFamily="18" charset="0"/>
                <a:cs typeface="Times New Roman" panose="02020603050405020304" pitchFamily="18" charset="0"/>
              </a:rPr>
              <a:t> for the train and test split </a:t>
            </a:r>
            <a:r>
              <a:rPr dirty="0" sz="2400" lang="en-US" smtClean="0">
                <a:latin typeface="Times New Roman" panose="02020603050405020304" pitchFamily="18" charset="0"/>
                <a:cs typeface="Times New Roman" panose="02020603050405020304" pitchFamily="18" charset="0"/>
              </a:rPr>
              <a:t>7</a:t>
            </a:r>
            <a:r>
              <a:rPr dirty="0" sz="2400" lang="en-US" smtClean="0">
                <a:latin typeface="Times New Roman" panose="02020603050405020304" pitchFamily="18" charset="0"/>
                <a:cs typeface="Times New Roman" panose="02020603050405020304" pitchFamily="18" charset="0"/>
              </a:rPr>
              <a:t>5</a:t>
            </a:r>
            <a:r>
              <a:rPr dirty="0" sz="2400" lang="en-US" smtClean="0">
                <a:latin typeface="Times New Roman" panose="02020603050405020304" pitchFamily="18" charset="0"/>
                <a:cs typeface="Times New Roman" panose="02020603050405020304" pitchFamily="18" charset="0"/>
              </a:rPr>
              <a:t>-</a:t>
            </a:r>
            <a:r>
              <a:rPr dirty="0" sz="2400" lang="en-US" smtClean="0">
                <a:latin typeface="Times New Roman" panose="02020603050405020304" pitchFamily="18" charset="0"/>
                <a:cs typeface="Times New Roman" panose="02020603050405020304" pitchFamily="18" charset="0"/>
              </a:rPr>
              <a:t>2</a:t>
            </a:r>
            <a:r>
              <a:rPr dirty="0" sz="2400" lang="en-US" smtClean="0">
                <a:latin typeface="Times New Roman" panose="02020603050405020304" pitchFamily="18" charset="0"/>
                <a:cs typeface="Times New Roman" panose="02020603050405020304" pitchFamily="18" charset="0"/>
              </a:rPr>
              <a:t>5</a:t>
            </a:r>
            <a:r>
              <a:rPr dirty="0" sz="2400" lang="en-US" smtClean="0">
                <a:latin typeface="Times New Roman" panose="02020603050405020304" pitchFamily="18" charset="0"/>
                <a:cs typeface="Times New Roman" panose="02020603050405020304" pitchFamily="18" charset="0"/>
              </a:rPr>
              <a:t> </a:t>
            </a:r>
            <a:r>
              <a:rPr dirty="0" sz="2400" lang="en-US" smtClean="0">
                <a:latin typeface="Times New Roman" panose="02020603050405020304" pitchFamily="18" charset="0"/>
                <a:cs typeface="Times New Roman" panose="02020603050405020304" pitchFamily="18" charset="0"/>
              </a:rPr>
              <a:t>r</a:t>
            </a:r>
            <a:r>
              <a:rPr dirty="0" sz="2400" lang="en-US" smtClean="0">
                <a:latin typeface="Times New Roman" panose="02020603050405020304" pitchFamily="18" charset="0"/>
                <a:cs typeface="Times New Roman" panose="02020603050405020304" pitchFamily="18" charset="0"/>
              </a:rPr>
              <a:t>a</a:t>
            </a:r>
            <a:r>
              <a:rPr dirty="0" sz="2400" lang="en-US" smtClean="0">
                <a:latin typeface="Times New Roman" panose="02020603050405020304" pitchFamily="18" charset="0"/>
                <a:cs typeface="Times New Roman" panose="02020603050405020304" pitchFamily="18" charset="0"/>
              </a:rPr>
              <a:t>t</a:t>
            </a:r>
            <a:r>
              <a:rPr dirty="0" sz="2400" lang="en-US" smtClean="0">
                <a:latin typeface="Times New Roman" panose="02020603050405020304" pitchFamily="18" charset="0"/>
                <a:cs typeface="Times New Roman" panose="02020603050405020304" pitchFamily="18" charset="0"/>
              </a:rPr>
              <a:t>i</a:t>
            </a:r>
            <a:r>
              <a:rPr dirty="0" sz="2400" lang="en-US" smtClean="0">
                <a:latin typeface="Times New Roman" panose="02020603050405020304" pitchFamily="18" charset="0"/>
                <a:cs typeface="Times New Roman" panose="02020603050405020304" pitchFamily="18" charset="0"/>
              </a:rPr>
              <a:t>o</a:t>
            </a:r>
            <a:endParaRPr altLang="en-US" lang="zh-CN"/>
          </a:p>
          <a:p>
            <a:pPr algn="just"/>
            <a:endParaRPr dirty="0" sz="2400" lang="en-IN" smtClean="0">
              <a:latin typeface="Times New Roman" panose="02020603050405020304" pitchFamily="18" charset="0"/>
              <a:cs typeface="Times New Roman" panose="02020603050405020304" pitchFamily="18" charset="0"/>
            </a:endParaRPr>
          </a:p>
          <a:p>
            <a:pPr algn="just" indent="-342900" marL="342900">
              <a:buFont typeface="Wingdings" panose="05000000000000000000" pitchFamily="2" charset="2"/>
              <a:buChar char="Ø"/>
            </a:pPr>
            <a:r>
              <a:rPr dirty="0" sz="2400" lang="en-IN" smtClean="0">
                <a:latin typeface="Times New Roman" panose="02020603050405020304" pitchFamily="18" charset="0"/>
                <a:cs typeface="Times New Roman" panose="02020603050405020304" pitchFamily="18" charset="0"/>
              </a:rPr>
              <a:t>Compared  to classification model, regression model is performing better</a:t>
            </a:r>
          </a:p>
        </p:txBody>
      </p:sp>
      <p:sp>
        <p:nvSpPr>
          <p:cNvPr id="1048652" name="Slide Number Placeholder 1"/>
          <p:cNvSpPr>
            <a:spLocks noGrp="1"/>
          </p:cNvSpPr>
          <p:nvPr>
            <p:ph type="sldNum" sz="quarter" idx="12"/>
          </p:nvPr>
        </p:nvSpPr>
        <p:spPr/>
        <p:txBody>
          <a:bodyPr/>
          <a:p>
            <a:fld id="{157A204F-D74D-4F05-A4FE-D7F1F4F4B8CD}" type="slidenum">
              <a:rPr lang="en-IN" smtClean="0"/>
              <a:t>19</a:t>
            </a:fld>
            <a:endParaRPr lang="en-IN"/>
          </a:p>
        </p:txBody>
      </p:sp>
    </p:spTree>
  </p:cSld>
  <p:clrMapOvr>
    <a:masterClrMapping/>
  </p:clrMapOvr>
  <p:transition spd="slow">
    <p:push dir="u"/>
  </p:transition>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53" name="Content Placeholder 2"/>
          <p:cNvSpPr>
            <a:spLocks noGrp="1"/>
          </p:cNvSpPr>
          <p:nvPr>
            <p:ph idx="1"/>
          </p:nvPr>
        </p:nvSpPr>
        <p:spPr>
          <a:xfrm>
            <a:off x="182880" y="193040"/>
            <a:ext cx="11856720" cy="6482080"/>
          </a:xfrm>
        </p:spPr>
        <p:txBody>
          <a:bodyPr>
            <a:normAutofit/>
          </a:bodyPr>
          <a:p>
            <a:pPr indent="0" marL="0">
              <a:buNone/>
            </a:pPr>
            <a:r>
              <a:rPr dirty="0" sz="4000" lang="en-IN" smtClean="0">
                <a:solidFill>
                  <a:srgbClr val="FCF862"/>
                </a:solidFill>
                <a:latin typeface="Times New Roman" panose="02020603050405020304" pitchFamily="18" charset="0"/>
                <a:cs typeface="Times New Roman" panose="02020603050405020304" pitchFamily="18" charset="0"/>
              </a:rPr>
              <a:t>INSIGHTS</a:t>
            </a:r>
          </a:p>
          <a:p>
            <a:pPr indent="0" marL="0">
              <a:buNone/>
            </a:pPr>
            <a:endParaRPr dirty="0" sz="4000" lang="en-IN" smtClean="0">
              <a:solidFill>
                <a:srgbClr val="FCF862"/>
              </a:solidFill>
              <a:latin typeface="Times New Roman" panose="02020603050405020304" pitchFamily="18" charset="0"/>
              <a:cs typeface="Times New Roman" panose="02020603050405020304" pitchFamily="18" charset="0"/>
            </a:endParaRPr>
          </a:p>
          <a:p>
            <a:pPr indent="0" marL="0">
              <a:buNone/>
            </a:pPr>
            <a:endParaRPr dirty="0" sz="4000" lang="en-IN">
              <a:solidFill>
                <a:srgbClr val="FCF862"/>
              </a:solidFill>
              <a:latin typeface="Times New Roman" panose="02020603050405020304" pitchFamily="18" charset="0"/>
              <a:cs typeface="Times New Roman" panose="02020603050405020304" pitchFamily="18" charset="0"/>
            </a:endParaRPr>
          </a:p>
        </p:txBody>
      </p:sp>
      <p:sp>
        <p:nvSpPr>
          <p:cNvPr id="1048654" name="TextBox 3"/>
          <p:cNvSpPr txBox="1"/>
          <p:nvPr/>
        </p:nvSpPr>
        <p:spPr>
          <a:xfrm>
            <a:off x="182880" y="1584960"/>
            <a:ext cx="11856720" cy="4053840"/>
          </a:xfrm>
          <a:prstGeom prst="rect"/>
          <a:noFill/>
        </p:spPr>
        <p:txBody>
          <a:bodyPr rtlCol="0" wrap="square">
            <a:spAutoFit/>
          </a:bodyPr>
          <a:p>
            <a:pPr algn="just" indent="-342900" marL="342900">
              <a:buFont typeface="Wingdings" panose="05000000000000000000" pitchFamily="2" charset="2"/>
              <a:buChar char="Ø"/>
            </a:pPr>
            <a:r>
              <a:rPr b="1" dirty="0" sz="2000" lang="en-US">
                <a:latin typeface="Times New Roman" panose="02020603050405020304" pitchFamily="18" charset="0"/>
                <a:cs typeface="Times New Roman" panose="02020603050405020304" pitchFamily="18" charset="0"/>
              </a:rPr>
              <a:t>Wine Production Optimization</a:t>
            </a:r>
            <a:r>
              <a:rPr b="1" dirty="0" sz="2000" lang="en-US" smtClean="0">
                <a:latin typeface="Times New Roman" panose="02020603050405020304" pitchFamily="18" charset="0"/>
                <a:cs typeface="Times New Roman" panose="02020603050405020304" pitchFamily="18" charset="0"/>
              </a:rPr>
              <a:t>: </a:t>
            </a:r>
            <a:r>
              <a:rPr dirty="0" sz="2000" lang="en-US" smtClean="0">
                <a:latin typeface="Times New Roman" panose="02020603050405020304" pitchFamily="18" charset="0"/>
                <a:cs typeface="Times New Roman" panose="02020603050405020304" pitchFamily="18" charset="0"/>
              </a:rPr>
              <a:t>Winemakers </a:t>
            </a:r>
            <a:r>
              <a:rPr dirty="0" sz="2000" lang="en-US">
                <a:latin typeface="Times New Roman" panose="02020603050405020304" pitchFamily="18" charset="0"/>
                <a:cs typeface="Times New Roman" panose="02020603050405020304" pitchFamily="18" charset="0"/>
              </a:rPr>
              <a:t>can use machine learning models to predict the quality of wine based on chemical properties. This information can guide decisions during the production process, such as adjusting fermentation conditions, blending different batches, or optimizing grape selection</a:t>
            </a:r>
            <a:r>
              <a:rPr dirty="0" sz="2000" lang="en-US" smtClean="0">
                <a:latin typeface="Times New Roman" panose="02020603050405020304" pitchFamily="18" charset="0"/>
                <a:cs typeface="Times New Roman" panose="02020603050405020304" pitchFamily="18" charset="0"/>
              </a:rPr>
              <a:t>.</a:t>
            </a:r>
          </a:p>
          <a:p>
            <a:pPr algn="just"/>
            <a:endParaRPr dirty="0" sz="2000" lang="en-US" smtClean="0">
              <a:latin typeface="Times New Roman" panose="02020603050405020304" pitchFamily="18" charset="0"/>
              <a:cs typeface="Times New Roman" panose="02020603050405020304" pitchFamily="18" charset="0"/>
            </a:endParaRPr>
          </a:p>
          <a:p>
            <a:pPr algn="just" indent="-342900" marL="342900">
              <a:buFont typeface="Wingdings" panose="05000000000000000000" pitchFamily="2" charset="2"/>
              <a:buChar char="Ø"/>
            </a:pPr>
            <a:r>
              <a:rPr b="1" dirty="0" sz="2000" lang="en-US">
                <a:latin typeface="Times New Roman" panose="02020603050405020304" pitchFamily="18" charset="0"/>
                <a:cs typeface="Times New Roman" panose="02020603050405020304" pitchFamily="18" charset="0"/>
              </a:rPr>
              <a:t>Market Pricing</a:t>
            </a:r>
            <a:r>
              <a:rPr b="1" dirty="0" sz="2000" lang="en-US" smtClean="0">
                <a:latin typeface="Times New Roman" panose="02020603050405020304" pitchFamily="18" charset="0"/>
                <a:cs typeface="Times New Roman" panose="02020603050405020304" pitchFamily="18" charset="0"/>
              </a:rPr>
              <a:t>: </a:t>
            </a:r>
            <a:r>
              <a:rPr dirty="0" sz="2000" lang="en-US" smtClean="0">
                <a:latin typeface="Times New Roman" panose="02020603050405020304" pitchFamily="18" charset="0"/>
                <a:cs typeface="Times New Roman" panose="02020603050405020304" pitchFamily="18" charset="0"/>
              </a:rPr>
              <a:t>Wine </a:t>
            </a:r>
            <a:r>
              <a:rPr dirty="0" sz="2000" lang="en-US">
                <a:latin typeface="Times New Roman" panose="02020603050405020304" pitchFamily="18" charset="0"/>
                <a:cs typeface="Times New Roman" panose="02020603050405020304" pitchFamily="18" charset="0"/>
              </a:rPr>
              <a:t>quality prediction models can be used to estimate the market value of wines. Wineries, distributors, or retailers can leverage these models for pricing decisions based on predicted quality ratings</a:t>
            </a:r>
            <a:r>
              <a:rPr dirty="0" sz="2000" lang="en-US" smtClean="0">
                <a:latin typeface="Times New Roman" panose="02020603050405020304" pitchFamily="18" charset="0"/>
                <a:cs typeface="Times New Roman" panose="02020603050405020304" pitchFamily="18" charset="0"/>
              </a:rPr>
              <a:t>.</a:t>
            </a:r>
          </a:p>
          <a:p>
            <a:pPr algn="just"/>
            <a:endParaRPr dirty="0" sz="2000" lang="en-US" smtClean="0">
              <a:latin typeface="Times New Roman" panose="02020603050405020304" pitchFamily="18" charset="0"/>
              <a:cs typeface="Times New Roman" panose="02020603050405020304" pitchFamily="18" charset="0"/>
            </a:endParaRPr>
          </a:p>
          <a:p>
            <a:pPr algn="just" indent="-342900" marL="342900">
              <a:buFont typeface="Wingdings" panose="05000000000000000000" pitchFamily="2" charset="2"/>
              <a:buChar char="Ø"/>
            </a:pPr>
            <a:r>
              <a:rPr b="1" dirty="0" sz="2000" lang="en-US">
                <a:latin typeface="Times New Roman" panose="02020603050405020304" pitchFamily="18" charset="0"/>
                <a:cs typeface="Times New Roman" panose="02020603050405020304" pitchFamily="18" charset="0"/>
              </a:rPr>
              <a:t>Inventory Management</a:t>
            </a:r>
            <a:r>
              <a:rPr dirty="0" sz="2000" lang="en-US" smtClean="0">
                <a:latin typeface="Times New Roman" panose="02020603050405020304" pitchFamily="18" charset="0"/>
                <a:cs typeface="Times New Roman" panose="02020603050405020304" pitchFamily="18" charset="0"/>
              </a:rPr>
              <a:t>: Wineries </a:t>
            </a:r>
            <a:r>
              <a:rPr dirty="0" sz="2000" lang="en-US">
                <a:latin typeface="Times New Roman" panose="02020603050405020304" pitchFamily="18" charset="0"/>
                <a:cs typeface="Times New Roman" panose="02020603050405020304" pitchFamily="18" charset="0"/>
              </a:rPr>
              <a:t>can optimize inventory levels based on predicted wine quality. This ensures that the right amount of each wine is produced, reducing waste and optimizing the use of resources.</a:t>
            </a:r>
            <a:endParaRPr dirty="0" sz="2000" lang="en-IN" smtClean="0">
              <a:latin typeface="Times New Roman" panose="02020603050405020304" pitchFamily="18" charset="0"/>
              <a:cs typeface="Times New Roman" panose="02020603050405020304" pitchFamily="18" charset="0"/>
            </a:endParaRPr>
          </a:p>
          <a:p>
            <a:pPr indent="-342900" marL="342900">
              <a:buFont typeface="Wingdings" panose="05000000000000000000" pitchFamily="2" charset="2"/>
              <a:buChar char="Ø"/>
            </a:pPr>
            <a:endParaRPr dirty="0" sz="2000" lang="en-IN" smtClean="0">
              <a:latin typeface="Times New Roman" panose="02020603050405020304" pitchFamily="18" charset="0"/>
              <a:cs typeface="Times New Roman" panose="02020603050405020304" pitchFamily="18" charset="0"/>
            </a:endParaRPr>
          </a:p>
        </p:txBody>
      </p:sp>
      <p:sp>
        <p:nvSpPr>
          <p:cNvPr id="1048655" name="Slide Number Placeholder 1"/>
          <p:cNvSpPr>
            <a:spLocks noGrp="1"/>
          </p:cNvSpPr>
          <p:nvPr>
            <p:ph type="sldNum" sz="quarter" idx="12"/>
          </p:nvPr>
        </p:nvSpPr>
        <p:spPr/>
        <p:txBody>
          <a:bodyPr/>
          <a:p>
            <a:fld id="{157A204F-D74D-4F05-A4FE-D7F1F4F4B8CD}" type="slidenum">
              <a:rPr lang="en-IN" smtClean="0"/>
              <a:t>20</a:t>
            </a:fld>
            <a:endParaRPr lang="en-IN"/>
          </a:p>
        </p:txBody>
      </p:sp>
    </p:spTree>
  </p:cSld>
  <p:clrMapOvr>
    <a:masterClrMapping/>
  </p:clrMapOvr>
  <p:transition spd="slow">
    <p:push dir="u"/>
  </p:transition>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56" name="Content Placeholder 2"/>
          <p:cNvSpPr>
            <a:spLocks noGrp="1"/>
          </p:cNvSpPr>
          <p:nvPr>
            <p:ph idx="1"/>
          </p:nvPr>
        </p:nvSpPr>
        <p:spPr>
          <a:xfrm>
            <a:off x="182880" y="193040"/>
            <a:ext cx="11856720" cy="6482080"/>
          </a:xfrm>
        </p:spPr>
        <p:txBody>
          <a:bodyPr>
            <a:normAutofit/>
          </a:bodyPr>
          <a:p>
            <a:pPr indent="0" marL="0">
              <a:buNone/>
            </a:pPr>
            <a:r>
              <a:rPr dirty="0" sz="4000" lang="en-IN" smtClean="0">
                <a:solidFill>
                  <a:srgbClr val="FCF862"/>
                </a:solidFill>
                <a:latin typeface="Times New Roman" panose="02020603050405020304" pitchFamily="18" charset="0"/>
                <a:cs typeface="Times New Roman" panose="02020603050405020304" pitchFamily="18" charset="0"/>
              </a:rPr>
              <a:t>APPENDIX</a:t>
            </a:r>
            <a:endParaRPr dirty="0" sz="4000" lang="en-IN">
              <a:solidFill>
                <a:srgbClr val="FCF862"/>
              </a:solidFill>
              <a:latin typeface="Times New Roman" panose="02020603050405020304" pitchFamily="18" charset="0"/>
              <a:cs typeface="Times New Roman" panose="02020603050405020304" pitchFamily="18" charset="0"/>
            </a:endParaRPr>
          </a:p>
          <a:p>
            <a:pPr indent="0" marL="0">
              <a:buNone/>
            </a:pPr>
            <a:endParaRPr dirty="0" sz="4000" lang="en-IN">
              <a:solidFill>
                <a:srgbClr val="FF0000"/>
              </a:solidFill>
              <a:latin typeface="Times New Roman" panose="02020603050405020304" pitchFamily="18" charset="0"/>
              <a:cs typeface="Times New Roman" panose="02020603050405020304" pitchFamily="18" charset="0"/>
            </a:endParaRPr>
          </a:p>
        </p:txBody>
      </p:sp>
      <p:sp>
        <p:nvSpPr>
          <p:cNvPr id="1048657" name="TextBox 3"/>
          <p:cNvSpPr txBox="1"/>
          <p:nvPr/>
        </p:nvSpPr>
        <p:spPr>
          <a:xfrm>
            <a:off x="182880" y="965200"/>
            <a:ext cx="10210800" cy="2246769"/>
          </a:xfrm>
          <a:prstGeom prst="rect"/>
          <a:noFill/>
        </p:spPr>
        <p:txBody>
          <a:bodyPr rtlCol="0" wrap="square">
            <a:spAutoFit/>
          </a:bodyPr>
          <a:p>
            <a:pPr indent="-342900" marL="342900">
              <a:buFont typeface="Wingdings" panose="05000000000000000000" pitchFamily="2" charset="2"/>
              <a:buChar char="Ø"/>
            </a:pPr>
            <a:r>
              <a:rPr dirty="0" sz="2000" lang="en-IN" smtClean="0">
                <a:latin typeface="Times New Roman" panose="02020603050405020304" pitchFamily="18" charset="0"/>
                <a:cs typeface="Times New Roman" panose="02020603050405020304" pitchFamily="18" charset="0"/>
              </a:rPr>
              <a:t>CLASSIFICATION</a:t>
            </a:r>
            <a:r>
              <a:rPr dirty="0" sz="2000" lang="en-IN">
                <a:latin typeface="Times New Roman" panose="02020603050405020304" pitchFamily="18" charset="0"/>
                <a:cs typeface="Times New Roman" panose="02020603050405020304" pitchFamily="18" charset="0"/>
              </a:rPr>
              <a:t>: </a:t>
            </a:r>
            <a:r>
              <a:rPr dirty="0" sz="2000" lang="en-IN">
                <a:solidFill>
                  <a:srgbClr val="00B0F0"/>
                </a:solidFill>
                <a:latin typeface="Times New Roman" panose="02020603050405020304" pitchFamily="18" charset="0"/>
                <a:cs typeface="Times New Roman" panose="02020603050405020304" pitchFamily="18" charset="0"/>
                <a:hlinkClick r:id="rId1"/>
              </a:rPr>
              <a:t>https://colab.research.google.com/drive/1zIVkjy8TKoKHWBUNdfvcKsZ0Q6Iwpavm?usp=sharing</a:t>
            </a:r>
            <a:endParaRPr dirty="0" sz="2000" lang="en-IN" smtClean="0">
              <a:solidFill>
                <a:srgbClr val="00B0F0"/>
              </a:solidFill>
              <a:latin typeface="Times New Roman" panose="02020603050405020304" pitchFamily="18" charset="0"/>
              <a:cs typeface="Times New Roman" panose="02020603050405020304" pitchFamily="18" charset="0"/>
            </a:endParaRPr>
          </a:p>
          <a:p>
            <a:pPr indent="-342900" marL="342900">
              <a:buFont typeface="Wingdings" panose="05000000000000000000" pitchFamily="2" charset="2"/>
              <a:buChar char="Ø"/>
            </a:pPr>
            <a:r>
              <a:rPr dirty="0" sz="2000" lang="en-IN" smtClean="0">
                <a:latin typeface="Times New Roman" panose="02020603050405020304" pitchFamily="18" charset="0"/>
                <a:cs typeface="Times New Roman" panose="02020603050405020304" pitchFamily="18" charset="0"/>
              </a:rPr>
              <a:t> REGRESSION: </a:t>
            </a:r>
            <a:r>
              <a:rPr dirty="0" sz="2000" lang="en-IN" smtClean="0">
                <a:solidFill>
                  <a:srgbClr val="0070C0"/>
                </a:solidFill>
                <a:latin typeface="Times New Roman" panose="02020603050405020304" pitchFamily="18" charset="0"/>
                <a:cs typeface="Times New Roman" panose="02020603050405020304" pitchFamily="18" charset="0"/>
                <a:hlinkClick r:id="rId1"/>
              </a:rPr>
              <a:t>https</a:t>
            </a:r>
            <a:r>
              <a:rPr dirty="0" sz="2000" lang="en-IN">
                <a:solidFill>
                  <a:srgbClr val="0070C0"/>
                </a:solidFill>
                <a:latin typeface="Times New Roman" panose="02020603050405020304" pitchFamily="18" charset="0"/>
                <a:cs typeface="Times New Roman" panose="02020603050405020304" pitchFamily="18" charset="0"/>
                <a:hlinkClick r:id="rId1"/>
              </a:rPr>
              <a:t>://</a:t>
            </a:r>
            <a:r>
              <a:rPr dirty="0" sz="2000" lang="en-IN" smtClean="0">
                <a:solidFill>
                  <a:srgbClr val="0070C0"/>
                </a:solidFill>
                <a:latin typeface="Times New Roman" panose="02020603050405020304" pitchFamily="18" charset="0"/>
                <a:cs typeface="Times New Roman" panose="02020603050405020304" pitchFamily="18" charset="0"/>
                <a:hlinkClick r:id="rId1"/>
              </a:rPr>
              <a:t>colab.research.google.com/drive/1zIVkjy8TKoKHWBUNdfvcKsZ0Q6Iwpavm?usp=sharing</a:t>
            </a:r>
            <a:endParaRPr dirty="0" sz="2000" lang="en-IN" smtClean="0">
              <a:latin typeface="Times New Roman" panose="02020603050405020304" pitchFamily="18" charset="0"/>
              <a:cs typeface="Times New Roman" panose="02020603050405020304" pitchFamily="18" charset="0"/>
            </a:endParaRPr>
          </a:p>
          <a:p>
            <a:pPr indent="-342900" marL="342900">
              <a:buFont typeface="Wingdings" panose="05000000000000000000" pitchFamily="2" charset="2"/>
              <a:buChar char="Ø"/>
            </a:pPr>
            <a:r>
              <a:rPr dirty="0" sz="2000" lang="en-IN" smtClean="0">
                <a:latin typeface="Times New Roman" panose="02020603050405020304" pitchFamily="18" charset="0"/>
                <a:cs typeface="Times New Roman" panose="02020603050405020304" pitchFamily="18" charset="0"/>
              </a:rPr>
              <a:t>DATA SET: </a:t>
            </a:r>
            <a:r>
              <a:rPr dirty="0" sz="2000" lang="en-IN" smtClean="0">
                <a:latin typeface="Times New Roman" panose="02020603050405020304" pitchFamily="18" charset="0"/>
                <a:cs typeface="Times New Roman" panose="02020603050405020304" pitchFamily="18" charset="0"/>
                <a:hlinkClick r:id="rId2" action="ppaction://hlinkfile"/>
              </a:rPr>
              <a:t>..\Downloads\winequality.csv</a:t>
            </a:r>
            <a:endParaRPr dirty="0" sz="2000" lang="en-IN" smtClean="0">
              <a:latin typeface="Times New Roman" panose="02020603050405020304" pitchFamily="18" charset="0"/>
              <a:cs typeface="Times New Roman" panose="02020603050405020304" pitchFamily="18" charset="0"/>
            </a:endParaRPr>
          </a:p>
        </p:txBody>
      </p:sp>
      <p:sp>
        <p:nvSpPr>
          <p:cNvPr id="1048658" name="Slide Number Placeholder 1"/>
          <p:cNvSpPr>
            <a:spLocks noGrp="1"/>
          </p:cNvSpPr>
          <p:nvPr>
            <p:ph type="sldNum" sz="quarter" idx="12"/>
          </p:nvPr>
        </p:nvSpPr>
        <p:spPr/>
        <p:txBody>
          <a:bodyPr/>
          <a:p>
            <a:fld id="{157A204F-D74D-4F05-A4FE-D7F1F4F4B8CD}" type="slidenum">
              <a:rPr lang="en-IN" smtClean="0"/>
              <a:t>21</a:t>
            </a:fld>
            <a:endParaRPr lang="en-IN"/>
          </a:p>
        </p:txBody>
      </p:sp>
    </p:spTree>
  </p:cSld>
  <p:clrMapOvr>
    <a:masterClrMapping/>
  </p:clrMapOvr>
  <p:transition spd="slow">
    <p:push dir="u"/>
  </p:transition>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62" name="Slide Number Placeholder 1"/>
          <p:cNvSpPr>
            <a:spLocks noGrp="1"/>
          </p:cNvSpPr>
          <p:nvPr>
            <p:ph type="sldNum" sz="quarter" idx="12"/>
          </p:nvPr>
        </p:nvSpPr>
        <p:spPr/>
        <p:txBody>
          <a:bodyPr/>
          <a:p>
            <a:fld id="{157A204F-D74D-4F05-A4FE-D7F1F4F4B8CD}" type="slidenum">
              <a:rPr lang="en-IN" smtClean="0"/>
              <a:t>22</a:t>
            </a:fld>
            <a:endParaRPr lang="en-IN"/>
          </a:p>
        </p:txBody>
      </p:sp>
      <p:sp>
        <p:nvSpPr>
          <p:cNvPr id="1048663" name="TextBox 2"/>
          <p:cNvSpPr txBox="1"/>
          <p:nvPr/>
        </p:nvSpPr>
        <p:spPr>
          <a:xfrm>
            <a:off x="2235200" y="2915920"/>
            <a:ext cx="7315200" cy="1015663"/>
          </a:xfrm>
          <a:prstGeom prst="rect"/>
          <a:noFill/>
        </p:spPr>
        <p:txBody>
          <a:bodyPr rtlCol="0" wrap="square">
            <a:spAutoFit/>
          </a:bodyPr>
          <a:p>
            <a:pPr algn="ctr"/>
            <a:r>
              <a:rPr dirty="0" sz="6000" lang="en-IN" smtClean="0">
                <a:latin typeface="Times New Roman" panose="02020603050405020304" pitchFamily="18" charset="0"/>
                <a:cs typeface="Times New Roman" panose="02020603050405020304" pitchFamily="18" charset="0"/>
              </a:rPr>
              <a:t>THANK YOU</a:t>
            </a:r>
            <a:endParaRPr dirty="0" sz="6000" lang="en-IN">
              <a:latin typeface="Times New Roman" panose="02020603050405020304" pitchFamily="18" charset="0"/>
              <a:cs typeface="Times New Roman" panose="02020603050405020304" pitchFamily="18" charset="0"/>
            </a:endParaRPr>
          </a:p>
        </p:txBody>
      </p:sp>
    </p:spTree>
  </p:cSld>
  <p:clrMapOvr>
    <a:masterClrMapping/>
  </p:clrMapOvr>
  <p:timing/>
</p:sld>
</file>

<file path=ppt/theme/theme1.xml><?xml version="1.0" encoding="utf-8"?>
<a:theme xmlns:a="http://schemas.openxmlformats.org/drawingml/2006/main" name="Office Theme">
  <a:themeElements>
    <a:clrScheme name="Office Them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himav</dc:creator>
  <cp:lastModifiedBy>HP</cp:lastModifiedBy>
  <dcterms:created xsi:type="dcterms:W3CDTF">2024-01-04T18:55:27Z</dcterms:created>
  <dcterms:modified xsi:type="dcterms:W3CDTF">2024-01-11T18:27:13Z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e7a7eb8457f44ccab0b64421004dae4f</vt:lpwstr>
  </property>
</Properties>
</file>